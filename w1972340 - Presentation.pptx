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73" r:id="rId5"/>
    <p:sldId id="274" r:id="rId6"/>
    <p:sldId id="275" r:id="rId7"/>
    <p:sldId id="278" r:id="rId8"/>
    <p:sldId id="282" r:id="rId9"/>
    <p:sldId id="283" r:id="rId10"/>
    <p:sldId id="284" r:id="rId11"/>
    <p:sldId id="285" r:id="rId12"/>
    <p:sldId id="286" r:id="rId13"/>
    <p:sldId id="293" r:id="rId14"/>
    <p:sldId id="292" r:id="rId15"/>
    <p:sldId id="294" r:id="rId16"/>
    <p:sldId id="29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ma Ghani" userId="791ab722-5eeb-498c-bbf5-3225dee9017e" providerId="ADAL" clId="{8970C66A-29AC-449B-8C4D-C9185E2DCC3F}"/>
    <pc:docChg chg="undo redo custSel addSld delSld modSld sldOrd modMainMaster">
      <pc:chgData name="Rahma Ghani" userId="791ab722-5eeb-498c-bbf5-3225dee9017e" providerId="ADAL" clId="{8970C66A-29AC-449B-8C4D-C9185E2DCC3F}" dt="2026-02-05T10:18:02.055" v="8374" actId="20577"/>
      <pc:docMkLst>
        <pc:docMk/>
      </pc:docMkLst>
      <pc:sldChg chg="addSp delSp modSp mod setBg">
        <pc:chgData name="Rahma Ghani" userId="791ab722-5eeb-498c-bbf5-3225dee9017e" providerId="ADAL" clId="{8970C66A-29AC-449B-8C4D-C9185E2DCC3F}" dt="2026-02-05T10:16:03.670" v="8367" actId="20577"/>
        <pc:sldMkLst>
          <pc:docMk/>
          <pc:sldMk cId="124432322" sldId="256"/>
        </pc:sldMkLst>
        <pc:spChg chg="mod">
          <ac:chgData name="Rahma Ghani" userId="791ab722-5eeb-498c-bbf5-3225dee9017e" providerId="ADAL" clId="{8970C66A-29AC-449B-8C4D-C9185E2DCC3F}" dt="2026-02-05T10:16:03.670" v="8367" actId="20577"/>
          <ac:spMkLst>
            <pc:docMk/>
            <pc:sldMk cId="124432322" sldId="256"/>
            <ac:spMk id="2" creationId="{94917325-2951-EF72-0FDA-F9AD217FB0D4}"/>
          </ac:spMkLst>
        </pc:spChg>
        <pc:spChg chg="add mod">
          <ac:chgData name="Rahma Ghani" userId="791ab722-5eeb-498c-bbf5-3225dee9017e" providerId="ADAL" clId="{8970C66A-29AC-449B-8C4D-C9185E2DCC3F}" dt="2026-02-05T10:01:42.401" v="8352" actId="790"/>
          <ac:spMkLst>
            <pc:docMk/>
            <pc:sldMk cId="124432322" sldId="256"/>
            <ac:spMk id="6" creationId="{81048F3A-5A19-B945-4419-A89A69C3E995}"/>
          </ac:spMkLst>
        </pc:spChg>
        <pc:spChg chg="add mod">
          <ac:chgData name="Rahma Ghani" userId="791ab722-5eeb-498c-bbf5-3225dee9017e" providerId="ADAL" clId="{8970C66A-29AC-449B-8C4D-C9185E2DCC3F}" dt="2026-01-30T15:31:06.266" v="406" actId="207"/>
          <ac:spMkLst>
            <pc:docMk/>
            <pc:sldMk cId="124432322" sldId="256"/>
            <ac:spMk id="7" creationId="{9AE1194E-DA4B-D3D3-2CDF-FBF67CCDE608}"/>
          </ac:spMkLst>
        </pc:spChg>
        <pc:spChg chg="add mod">
          <ac:chgData name="Rahma Ghani" userId="791ab722-5eeb-498c-bbf5-3225dee9017e" providerId="ADAL" clId="{8970C66A-29AC-449B-8C4D-C9185E2DCC3F}" dt="2026-01-30T15:31:06.266" v="406" actId="207"/>
          <ac:spMkLst>
            <pc:docMk/>
            <pc:sldMk cId="124432322" sldId="256"/>
            <ac:spMk id="8" creationId="{4CD87D73-3E47-8EC9-8190-86D7DEF932AF}"/>
          </ac:spMkLst>
        </pc:spChg>
        <pc:spChg chg="add mod">
          <ac:chgData name="Rahma Ghani" userId="791ab722-5eeb-498c-bbf5-3225dee9017e" providerId="ADAL" clId="{8970C66A-29AC-449B-8C4D-C9185E2DCC3F}" dt="2026-02-05T10:01:42.401" v="8352" actId="790"/>
          <ac:spMkLst>
            <pc:docMk/>
            <pc:sldMk cId="124432322" sldId="256"/>
            <ac:spMk id="9" creationId="{4865E578-7885-94BC-7991-9755FF4AF94F}"/>
          </ac:spMkLst>
        </pc:spChg>
        <pc:spChg chg="add mod">
          <ac:chgData name="Rahma Ghani" userId="791ab722-5eeb-498c-bbf5-3225dee9017e" providerId="ADAL" clId="{8970C66A-29AC-449B-8C4D-C9185E2DCC3F}" dt="2026-01-30T15:31:06.266" v="406" actId="207"/>
          <ac:spMkLst>
            <pc:docMk/>
            <pc:sldMk cId="124432322" sldId="256"/>
            <ac:spMk id="10" creationId="{03788390-A578-62A5-9869-31D4285165E6}"/>
          </ac:spMkLst>
        </pc:spChg>
        <pc:spChg chg="add mod">
          <ac:chgData name="Rahma Ghani" userId="791ab722-5eeb-498c-bbf5-3225dee9017e" providerId="ADAL" clId="{8970C66A-29AC-449B-8C4D-C9185E2DCC3F}" dt="2026-01-30T15:31:06.266" v="406" actId="207"/>
          <ac:spMkLst>
            <pc:docMk/>
            <pc:sldMk cId="124432322" sldId="256"/>
            <ac:spMk id="11" creationId="{E1BB06BA-8BCF-1122-708C-F92C3F746751}"/>
          </ac:spMkLst>
        </pc:spChg>
        <pc:spChg chg="mod">
          <ac:chgData name="Rahma Ghani" userId="791ab722-5eeb-498c-bbf5-3225dee9017e" providerId="ADAL" clId="{8970C66A-29AC-449B-8C4D-C9185E2DCC3F}" dt="2026-02-05T10:01:42.401" v="8352" actId="790"/>
          <ac:spMkLst>
            <pc:docMk/>
            <pc:sldMk cId="124432322" sldId="256"/>
            <ac:spMk id="15" creationId="{8D026633-7576-4AAF-79EA-9DB74F52BC9E}"/>
          </ac:spMkLst>
        </pc:spChg>
        <pc:spChg chg="mod">
          <ac:chgData name="Rahma Ghani" userId="791ab722-5eeb-498c-bbf5-3225dee9017e" providerId="ADAL" clId="{8970C66A-29AC-449B-8C4D-C9185E2DCC3F}" dt="2026-01-30T15:31:00.191" v="405" actId="207"/>
          <ac:spMkLst>
            <pc:docMk/>
            <pc:sldMk cId="124432322" sldId="256"/>
            <ac:spMk id="16" creationId="{E05FDCBD-E0F8-6E48-7FBA-76B120FEBDD0}"/>
          </ac:spMkLst>
        </pc:spChg>
        <pc:spChg chg="mod">
          <ac:chgData name="Rahma Ghani" userId="791ab722-5eeb-498c-bbf5-3225dee9017e" providerId="ADAL" clId="{8970C66A-29AC-449B-8C4D-C9185E2DCC3F}" dt="2026-01-30T15:31:00.191" v="405" actId="207"/>
          <ac:spMkLst>
            <pc:docMk/>
            <pc:sldMk cId="124432322" sldId="256"/>
            <ac:spMk id="17" creationId="{5DF51F93-045C-D7DD-60F8-8A4E0602FE3A}"/>
          </ac:spMkLst>
        </pc:spChg>
        <pc:spChg chg="mod">
          <ac:chgData name="Rahma Ghani" userId="791ab722-5eeb-498c-bbf5-3225dee9017e" providerId="ADAL" clId="{8970C66A-29AC-449B-8C4D-C9185E2DCC3F}" dt="2026-01-30T15:31:00.191" v="405" actId="207"/>
          <ac:spMkLst>
            <pc:docMk/>
            <pc:sldMk cId="124432322" sldId="256"/>
            <ac:spMk id="18" creationId="{BBF80E4A-8480-7950-3985-D5B60FDA4E62}"/>
          </ac:spMkLst>
        </pc:spChg>
        <pc:spChg chg="mod">
          <ac:chgData name="Rahma Ghani" userId="791ab722-5eeb-498c-bbf5-3225dee9017e" providerId="ADAL" clId="{8970C66A-29AC-449B-8C4D-C9185E2DCC3F}" dt="2026-02-05T10:01:42.401" v="8352" actId="790"/>
          <ac:spMkLst>
            <pc:docMk/>
            <pc:sldMk cId="124432322" sldId="256"/>
            <ac:spMk id="19" creationId="{9FE73003-D67C-C4E7-0079-E7D689882AAD}"/>
          </ac:spMkLst>
        </pc:spChg>
        <pc:spChg chg="mod">
          <ac:chgData name="Rahma Ghani" userId="791ab722-5eeb-498c-bbf5-3225dee9017e" providerId="ADAL" clId="{8970C66A-29AC-449B-8C4D-C9185E2DCC3F}" dt="2026-01-30T15:31:00.191" v="405" actId="207"/>
          <ac:spMkLst>
            <pc:docMk/>
            <pc:sldMk cId="124432322" sldId="256"/>
            <ac:spMk id="20" creationId="{2CC9ACE6-8551-A10D-DE8B-A4B1345B05FE}"/>
          </ac:spMkLst>
        </pc:spChg>
        <pc:spChg chg="mod">
          <ac:chgData name="Rahma Ghani" userId="791ab722-5eeb-498c-bbf5-3225dee9017e" providerId="ADAL" clId="{8970C66A-29AC-449B-8C4D-C9185E2DCC3F}" dt="2026-01-30T15:31:32.573" v="407"/>
          <ac:spMkLst>
            <pc:docMk/>
            <pc:sldMk cId="124432322" sldId="256"/>
            <ac:spMk id="22" creationId="{CE0DD49B-F1E5-AE03-C9BE-9058E1CA679A}"/>
          </ac:spMkLst>
        </pc:spChg>
        <pc:spChg chg="mod">
          <ac:chgData name="Rahma Ghani" userId="791ab722-5eeb-498c-bbf5-3225dee9017e" providerId="ADAL" clId="{8970C66A-29AC-449B-8C4D-C9185E2DCC3F}" dt="2026-02-05T10:01:42.401" v="8352" actId="790"/>
          <ac:spMkLst>
            <pc:docMk/>
            <pc:sldMk cId="124432322" sldId="256"/>
            <ac:spMk id="23" creationId="{6B11C2C9-F716-0211-356E-552AEA626296}"/>
          </ac:spMkLst>
        </pc:spChg>
        <pc:spChg chg="mod">
          <ac:chgData name="Rahma Ghani" userId="791ab722-5eeb-498c-bbf5-3225dee9017e" providerId="ADAL" clId="{8970C66A-29AC-449B-8C4D-C9185E2DCC3F}" dt="2026-02-05T10:01:42.401" v="8352" actId="790"/>
          <ac:spMkLst>
            <pc:docMk/>
            <pc:sldMk cId="124432322" sldId="256"/>
            <ac:spMk id="24" creationId="{0A1674F6-455A-3CD4-AD01-8E3FEBC9F753}"/>
          </ac:spMkLst>
        </pc:spChg>
        <pc:spChg chg="mod">
          <ac:chgData name="Rahma Ghani" userId="791ab722-5eeb-498c-bbf5-3225dee9017e" providerId="ADAL" clId="{8970C66A-29AC-449B-8C4D-C9185E2DCC3F}" dt="2026-02-05T10:01:42.401" v="8352" actId="790"/>
          <ac:spMkLst>
            <pc:docMk/>
            <pc:sldMk cId="124432322" sldId="256"/>
            <ac:spMk id="25" creationId="{3FA00FDE-7D40-779B-27B0-FB9A16175252}"/>
          </ac:spMkLst>
        </pc:spChg>
        <pc:spChg chg="mod">
          <ac:chgData name="Rahma Ghani" userId="791ab722-5eeb-498c-bbf5-3225dee9017e" providerId="ADAL" clId="{8970C66A-29AC-449B-8C4D-C9185E2DCC3F}" dt="2026-01-30T15:31:32.573" v="407"/>
          <ac:spMkLst>
            <pc:docMk/>
            <pc:sldMk cId="124432322" sldId="256"/>
            <ac:spMk id="26" creationId="{3992D7DF-BC09-A1A6-A596-671E28120C30}"/>
          </ac:spMkLst>
        </pc:spChg>
        <pc:spChg chg="mod">
          <ac:chgData name="Rahma Ghani" userId="791ab722-5eeb-498c-bbf5-3225dee9017e" providerId="ADAL" clId="{8970C66A-29AC-449B-8C4D-C9185E2DCC3F}" dt="2026-01-30T15:31:32.573" v="407"/>
          <ac:spMkLst>
            <pc:docMk/>
            <pc:sldMk cId="124432322" sldId="256"/>
            <ac:spMk id="27" creationId="{17E5DD1C-DA69-BFBC-A157-1DAE416596BD}"/>
          </ac:spMkLst>
        </pc:spChg>
        <pc:spChg chg="mod">
          <ac:chgData name="Rahma Ghani" userId="791ab722-5eeb-498c-bbf5-3225dee9017e" providerId="ADAL" clId="{8970C66A-29AC-449B-8C4D-C9185E2DCC3F}" dt="2026-02-05T10:01:42.401" v="8352" actId="790"/>
          <ac:spMkLst>
            <pc:docMk/>
            <pc:sldMk cId="124432322" sldId="256"/>
            <ac:spMk id="29" creationId="{1A4648B5-F29A-581F-1D6C-EDF13FAE46D7}"/>
          </ac:spMkLst>
        </pc:spChg>
        <pc:spChg chg="mod">
          <ac:chgData name="Rahma Ghani" userId="791ab722-5eeb-498c-bbf5-3225dee9017e" providerId="ADAL" clId="{8970C66A-29AC-449B-8C4D-C9185E2DCC3F}" dt="2026-01-30T15:31:45.267" v="411"/>
          <ac:spMkLst>
            <pc:docMk/>
            <pc:sldMk cId="124432322" sldId="256"/>
            <ac:spMk id="30" creationId="{8CB0373F-ACA2-E64F-8066-BE6186D69DEE}"/>
          </ac:spMkLst>
        </pc:spChg>
        <pc:spChg chg="mod">
          <ac:chgData name="Rahma Ghani" userId="791ab722-5eeb-498c-bbf5-3225dee9017e" providerId="ADAL" clId="{8970C66A-29AC-449B-8C4D-C9185E2DCC3F}" dt="2026-01-30T15:31:45.267" v="411"/>
          <ac:spMkLst>
            <pc:docMk/>
            <pc:sldMk cId="124432322" sldId="256"/>
            <ac:spMk id="31" creationId="{73D0CDE0-A3CD-B293-CFEE-1E775B9D961B}"/>
          </ac:spMkLst>
        </pc:spChg>
        <pc:spChg chg="mod">
          <ac:chgData name="Rahma Ghani" userId="791ab722-5eeb-498c-bbf5-3225dee9017e" providerId="ADAL" clId="{8970C66A-29AC-449B-8C4D-C9185E2DCC3F}" dt="2026-02-05T10:01:42.401" v="8352" actId="790"/>
          <ac:spMkLst>
            <pc:docMk/>
            <pc:sldMk cId="124432322" sldId="256"/>
            <ac:spMk id="32" creationId="{576D3C07-FD74-7EE1-8FD4-E562AEC2E6FE}"/>
          </ac:spMkLst>
        </pc:spChg>
        <pc:spChg chg="mod">
          <ac:chgData name="Rahma Ghani" userId="791ab722-5eeb-498c-bbf5-3225dee9017e" providerId="ADAL" clId="{8970C66A-29AC-449B-8C4D-C9185E2DCC3F}" dt="2026-01-30T15:31:45.267" v="411"/>
          <ac:spMkLst>
            <pc:docMk/>
            <pc:sldMk cId="124432322" sldId="256"/>
            <ac:spMk id="33" creationId="{C5AE66F8-0FB3-3858-F9CA-A94D10A4D2D3}"/>
          </ac:spMkLst>
        </pc:spChg>
        <pc:spChg chg="mod">
          <ac:chgData name="Rahma Ghani" userId="791ab722-5eeb-498c-bbf5-3225dee9017e" providerId="ADAL" clId="{8970C66A-29AC-449B-8C4D-C9185E2DCC3F}" dt="2026-01-30T15:31:45.267" v="411"/>
          <ac:spMkLst>
            <pc:docMk/>
            <pc:sldMk cId="124432322" sldId="256"/>
            <ac:spMk id="34" creationId="{E9D5EEF1-C1A8-2646-E6E4-FD55A0D8B93F}"/>
          </ac:spMkLst>
        </pc:spChg>
        <pc:grpChg chg="add mod">
          <ac:chgData name="Rahma Ghani" userId="791ab722-5eeb-498c-bbf5-3225dee9017e" providerId="ADAL" clId="{8970C66A-29AC-449B-8C4D-C9185E2DCC3F}" dt="2026-01-31T08:10:00.078" v="998" actId="14100"/>
          <ac:grpSpMkLst>
            <pc:docMk/>
            <pc:sldMk cId="124432322" sldId="256"/>
            <ac:grpSpMk id="12" creationId="{687939B9-1D3D-D249-DB4F-5529BB697258}"/>
          </ac:grpSpMkLst>
        </pc:grpChg>
        <pc:grpChg chg="add mod">
          <ac:chgData name="Rahma Ghani" userId="791ab722-5eeb-498c-bbf5-3225dee9017e" providerId="ADAL" clId="{8970C66A-29AC-449B-8C4D-C9185E2DCC3F}" dt="2026-01-31T08:07:55.223" v="989" actId="14100"/>
          <ac:grpSpMkLst>
            <pc:docMk/>
            <pc:sldMk cId="124432322" sldId="256"/>
            <ac:grpSpMk id="14" creationId="{5E666475-B721-EF11-2FCE-28971C837D2D}"/>
          </ac:grpSpMkLst>
        </pc:grpChg>
        <pc:grpChg chg="add mod">
          <ac:chgData name="Rahma Ghani" userId="791ab722-5eeb-498c-bbf5-3225dee9017e" providerId="ADAL" clId="{8970C66A-29AC-449B-8C4D-C9185E2DCC3F}" dt="2026-01-31T08:09:28.173" v="993" actId="14100"/>
          <ac:grpSpMkLst>
            <pc:docMk/>
            <pc:sldMk cId="124432322" sldId="256"/>
            <ac:grpSpMk id="21" creationId="{B698B7E3-FF90-87BE-8EF8-027587DE090F}"/>
          </ac:grpSpMkLst>
        </pc:grpChg>
        <pc:grpChg chg="add mod">
          <ac:chgData name="Rahma Ghani" userId="791ab722-5eeb-498c-bbf5-3225dee9017e" providerId="ADAL" clId="{8970C66A-29AC-449B-8C4D-C9185E2DCC3F}" dt="2026-01-31T08:08:27.001" v="991" actId="14100"/>
          <ac:grpSpMkLst>
            <pc:docMk/>
            <pc:sldMk cId="124432322" sldId="256"/>
            <ac:grpSpMk id="28" creationId="{EF21482A-E802-E0FD-17EC-7769C8610107}"/>
          </ac:grpSpMkLst>
        </pc:grpChg>
      </pc:sldChg>
      <pc:sldChg chg="addSp delSp modSp add mod">
        <pc:chgData name="Rahma Ghani" userId="791ab722-5eeb-498c-bbf5-3225dee9017e" providerId="ADAL" clId="{8970C66A-29AC-449B-8C4D-C9185E2DCC3F}" dt="2026-02-05T10:01:42.401" v="8352" actId="790"/>
        <pc:sldMkLst>
          <pc:docMk/>
          <pc:sldMk cId="3204607110" sldId="271"/>
        </pc:sldMkLst>
        <pc:spChg chg="add mod">
          <ac:chgData name="Rahma Ghani" userId="791ab722-5eeb-498c-bbf5-3225dee9017e" providerId="ADAL" clId="{8970C66A-29AC-449B-8C4D-C9185E2DCC3F}" dt="2026-02-05T00:09:15.663" v="7332" actId="313"/>
          <ac:spMkLst>
            <pc:docMk/>
            <pc:sldMk cId="3204607110" sldId="271"/>
            <ac:spMk id="5" creationId="{BBB009E6-1EBB-439C-18A6-4E74F1AD315F}"/>
          </ac:spMkLst>
        </pc:spChg>
        <pc:spChg chg="mod">
          <ac:chgData name="Rahma Ghani" userId="791ab722-5eeb-498c-bbf5-3225dee9017e" providerId="ADAL" clId="{8970C66A-29AC-449B-8C4D-C9185E2DCC3F}" dt="2026-02-05T10:01:42.401" v="8352" actId="790"/>
          <ac:spMkLst>
            <pc:docMk/>
            <pc:sldMk cId="3204607110" sldId="271"/>
            <ac:spMk id="7" creationId="{3ECE5F50-8910-B795-543D-5BA243287689}"/>
          </ac:spMkLst>
        </pc:spChg>
        <pc:spChg chg="mod">
          <ac:chgData name="Rahma Ghani" userId="791ab722-5eeb-498c-bbf5-3225dee9017e" providerId="ADAL" clId="{8970C66A-29AC-449B-8C4D-C9185E2DCC3F}" dt="2026-02-05T10:01:42.401" v="8352" actId="790"/>
          <ac:spMkLst>
            <pc:docMk/>
            <pc:sldMk cId="3204607110" sldId="271"/>
            <ac:spMk id="9" creationId="{DE611858-BC99-6C6D-D8A8-756D29F94CC0}"/>
          </ac:spMkLst>
        </pc:spChg>
        <pc:spChg chg="mod">
          <ac:chgData name="Rahma Ghani" userId="791ab722-5eeb-498c-bbf5-3225dee9017e" providerId="ADAL" clId="{8970C66A-29AC-449B-8C4D-C9185E2DCC3F}" dt="2026-02-05T10:01:42.401" v="8352" actId="790"/>
          <ac:spMkLst>
            <pc:docMk/>
            <pc:sldMk cId="3204607110" sldId="271"/>
            <ac:spMk id="10" creationId="{FA4C463E-06B7-FB69-37FE-2F3D1CDF29FF}"/>
          </ac:spMkLst>
        </pc:spChg>
        <pc:spChg chg="mod">
          <ac:chgData name="Rahma Ghani" userId="791ab722-5eeb-498c-bbf5-3225dee9017e" providerId="ADAL" clId="{8970C66A-29AC-449B-8C4D-C9185E2DCC3F}" dt="2026-02-05T10:01:42.401" v="8352" actId="790"/>
          <ac:spMkLst>
            <pc:docMk/>
            <pc:sldMk cId="3204607110" sldId="271"/>
            <ac:spMk id="11" creationId="{962C8A4F-31E6-7FD0-CBA4-4F3DACDC7249}"/>
          </ac:spMkLst>
        </pc:spChg>
        <pc:spChg chg="mod">
          <ac:chgData name="Rahma Ghani" userId="791ab722-5eeb-498c-bbf5-3225dee9017e" providerId="ADAL" clId="{8970C66A-29AC-449B-8C4D-C9185E2DCC3F}" dt="2026-02-05T10:01:42.401" v="8352" actId="790"/>
          <ac:spMkLst>
            <pc:docMk/>
            <pc:sldMk cId="3204607110" sldId="271"/>
            <ac:spMk id="18" creationId="{F8AEF219-E2ED-44A3-64B4-BD5EDDBE9C94}"/>
          </ac:spMkLst>
        </pc:spChg>
        <pc:spChg chg="mod">
          <ac:chgData name="Rahma Ghani" userId="791ab722-5eeb-498c-bbf5-3225dee9017e" providerId="ADAL" clId="{8970C66A-29AC-449B-8C4D-C9185E2DCC3F}" dt="2026-02-05T10:01:42.401" v="8352" actId="790"/>
          <ac:spMkLst>
            <pc:docMk/>
            <pc:sldMk cId="3204607110" sldId="271"/>
            <ac:spMk id="20" creationId="{710335F2-0FAD-B8EC-1DA0-E4CB46C502F1}"/>
          </ac:spMkLst>
        </pc:spChg>
        <pc:spChg chg="mod">
          <ac:chgData name="Rahma Ghani" userId="791ab722-5eeb-498c-bbf5-3225dee9017e" providerId="ADAL" clId="{8970C66A-29AC-449B-8C4D-C9185E2DCC3F}" dt="2026-02-05T10:01:42.401" v="8352" actId="790"/>
          <ac:spMkLst>
            <pc:docMk/>
            <pc:sldMk cId="3204607110" sldId="271"/>
            <ac:spMk id="23" creationId="{D7DDCC9B-BCD8-7901-01DB-A05F237FB52B}"/>
          </ac:spMkLst>
        </pc:spChg>
        <pc:spChg chg="mod">
          <ac:chgData name="Rahma Ghani" userId="791ab722-5eeb-498c-bbf5-3225dee9017e" providerId="ADAL" clId="{8970C66A-29AC-449B-8C4D-C9185E2DCC3F}" dt="2026-02-05T10:01:42.401" v="8352" actId="790"/>
          <ac:spMkLst>
            <pc:docMk/>
            <pc:sldMk cId="3204607110" sldId="271"/>
            <ac:spMk id="26" creationId="{A65E54C4-EBD4-BA2C-AF7E-224C03FF0A9B}"/>
          </ac:spMkLst>
        </pc:spChg>
        <pc:spChg chg="mod">
          <ac:chgData name="Rahma Ghani" userId="791ab722-5eeb-498c-bbf5-3225dee9017e" providerId="ADAL" clId="{8970C66A-29AC-449B-8C4D-C9185E2DCC3F}" dt="2026-02-05T10:01:42.401" v="8352" actId="790"/>
          <ac:spMkLst>
            <pc:docMk/>
            <pc:sldMk cId="3204607110" sldId="271"/>
            <ac:spMk id="27" creationId="{E430F866-54AC-4EAD-AB4F-EDF4C1FE58FB}"/>
          </ac:spMkLst>
        </pc:spChg>
        <pc:spChg chg="mod">
          <ac:chgData name="Rahma Ghani" userId="791ab722-5eeb-498c-bbf5-3225dee9017e" providerId="ADAL" clId="{8970C66A-29AC-449B-8C4D-C9185E2DCC3F}" dt="2026-02-05T10:01:42.401" v="8352" actId="790"/>
          <ac:spMkLst>
            <pc:docMk/>
            <pc:sldMk cId="3204607110" sldId="271"/>
            <ac:spMk id="34" creationId="{5E761D03-83F1-EC93-8085-9E2E10C53411}"/>
          </ac:spMkLst>
        </pc:spChg>
        <pc:grpChg chg="mod">
          <ac:chgData name="Rahma Ghani" userId="791ab722-5eeb-498c-bbf5-3225dee9017e" providerId="ADAL" clId="{8970C66A-29AC-449B-8C4D-C9185E2DCC3F}" dt="2026-01-31T08:10:50.202" v="1001" actId="1035"/>
          <ac:grpSpMkLst>
            <pc:docMk/>
            <pc:sldMk cId="3204607110" sldId="271"/>
            <ac:grpSpMk id="12" creationId="{55B4621E-865A-92BF-73EC-269442432AB8}"/>
          </ac:grpSpMkLst>
        </pc:grpChg>
        <pc:grpChg chg="mod">
          <ac:chgData name="Rahma Ghani" userId="791ab722-5eeb-498c-bbf5-3225dee9017e" providerId="ADAL" clId="{8970C66A-29AC-449B-8C4D-C9185E2DCC3F}" dt="2026-01-31T08:11:00.082" v="1007" actId="1036"/>
          <ac:grpSpMkLst>
            <pc:docMk/>
            <pc:sldMk cId="3204607110" sldId="271"/>
            <ac:grpSpMk id="14" creationId="{2F40F7EA-328B-3DAD-C8BF-CF2310B2D3E3}"/>
          </ac:grpSpMkLst>
        </pc:grpChg>
        <pc:grpChg chg="mod">
          <ac:chgData name="Rahma Ghani" userId="791ab722-5eeb-498c-bbf5-3225dee9017e" providerId="ADAL" clId="{8970C66A-29AC-449B-8C4D-C9185E2DCC3F}" dt="2026-01-31T08:10:53.116" v="1003" actId="1037"/>
          <ac:grpSpMkLst>
            <pc:docMk/>
            <pc:sldMk cId="3204607110" sldId="271"/>
            <ac:grpSpMk id="21" creationId="{F72ADAF9-7F0C-EAB5-A68D-653D08402E9D}"/>
          </ac:grpSpMkLst>
        </pc:grpChg>
        <pc:grpChg chg="mod">
          <ac:chgData name="Rahma Ghani" userId="791ab722-5eeb-498c-bbf5-3225dee9017e" providerId="ADAL" clId="{8970C66A-29AC-449B-8C4D-C9185E2DCC3F}" dt="2026-01-31T08:10:56.250" v="1005" actId="1038"/>
          <ac:grpSpMkLst>
            <pc:docMk/>
            <pc:sldMk cId="3204607110" sldId="271"/>
            <ac:grpSpMk id="28" creationId="{84990DFF-E8B5-AFB5-924F-FD65C2653D99}"/>
          </ac:grpSpMkLst>
        </pc:grpChg>
      </pc:sldChg>
      <pc:sldChg chg="addSp delSp modSp add mod">
        <pc:chgData name="Rahma Ghani" userId="791ab722-5eeb-498c-bbf5-3225dee9017e" providerId="ADAL" clId="{8970C66A-29AC-449B-8C4D-C9185E2DCC3F}" dt="2026-02-05T10:03:55.924" v="8361" actId="313"/>
        <pc:sldMkLst>
          <pc:docMk/>
          <pc:sldMk cId="3771363705" sldId="272"/>
        </pc:sldMkLst>
        <pc:spChg chg="add mod">
          <ac:chgData name="Rahma Ghani" userId="791ab722-5eeb-498c-bbf5-3225dee9017e" providerId="ADAL" clId="{8970C66A-29AC-449B-8C4D-C9185E2DCC3F}" dt="2026-02-05T10:03:55.924" v="8361" actId="313"/>
          <ac:spMkLst>
            <pc:docMk/>
            <pc:sldMk cId="3771363705" sldId="272"/>
            <ac:spMk id="3" creationId="{4B51E687-2F19-3E8C-26E4-5C39B19F3DE8}"/>
          </ac:spMkLst>
        </pc:spChg>
        <pc:spChg chg="add mod">
          <ac:chgData name="Rahma Ghani" userId="791ab722-5eeb-498c-bbf5-3225dee9017e" providerId="ADAL" clId="{8970C66A-29AC-449B-8C4D-C9185E2DCC3F}" dt="2026-01-31T08:16:37.836" v="1051" actId="1076"/>
          <ac:spMkLst>
            <pc:docMk/>
            <pc:sldMk cId="3771363705" sldId="272"/>
            <ac:spMk id="4" creationId="{F3C4B400-BF7C-D564-8CE6-10981BA96A47}"/>
          </ac:spMkLst>
        </pc:spChg>
        <pc:spChg chg="mod">
          <ac:chgData name="Rahma Ghani" userId="791ab722-5eeb-498c-bbf5-3225dee9017e" providerId="ADAL" clId="{8970C66A-29AC-449B-8C4D-C9185E2DCC3F}" dt="2026-02-05T10:01:42.401" v="8352" actId="790"/>
          <ac:spMkLst>
            <pc:docMk/>
            <pc:sldMk cId="3771363705" sldId="272"/>
            <ac:spMk id="6" creationId="{68D1DD83-141D-EB0F-EA84-A9DCD37FCF2C}"/>
          </ac:spMkLst>
        </pc:spChg>
        <pc:spChg chg="mod">
          <ac:chgData name="Rahma Ghani" userId="791ab722-5eeb-498c-bbf5-3225dee9017e" providerId="ADAL" clId="{8970C66A-29AC-449B-8C4D-C9185E2DCC3F}" dt="2026-02-05T10:01:42.401" v="8352" actId="790"/>
          <ac:spMkLst>
            <pc:docMk/>
            <pc:sldMk cId="3771363705" sldId="272"/>
            <ac:spMk id="11" creationId="{E32D3D5E-479D-C773-E522-4A00016B5A12}"/>
          </ac:spMkLst>
        </pc:spChg>
        <pc:spChg chg="mod">
          <ac:chgData name="Rahma Ghani" userId="791ab722-5eeb-498c-bbf5-3225dee9017e" providerId="ADAL" clId="{8970C66A-29AC-449B-8C4D-C9185E2DCC3F}" dt="2026-02-05T10:01:42.401" v="8352" actId="790"/>
          <ac:spMkLst>
            <pc:docMk/>
            <pc:sldMk cId="3771363705" sldId="272"/>
            <ac:spMk id="15" creationId="{5A807C32-4B5B-CAFE-72DF-A6C36E87B476}"/>
          </ac:spMkLst>
        </pc:spChg>
        <pc:spChg chg="mod">
          <ac:chgData name="Rahma Ghani" userId="791ab722-5eeb-498c-bbf5-3225dee9017e" providerId="ADAL" clId="{8970C66A-29AC-449B-8C4D-C9185E2DCC3F}" dt="2026-02-05T10:01:42.401" v="8352" actId="790"/>
          <ac:spMkLst>
            <pc:docMk/>
            <pc:sldMk cId="3771363705" sldId="272"/>
            <ac:spMk id="16" creationId="{6AAFE5AC-6439-ECA6-4986-6509A2CC3597}"/>
          </ac:spMkLst>
        </pc:spChg>
        <pc:spChg chg="mod">
          <ac:chgData name="Rahma Ghani" userId="791ab722-5eeb-498c-bbf5-3225dee9017e" providerId="ADAL" clId="{8970C66A-29AC-449B-8C4D-C9185E2DCC3F}" dt="2026-02-05T10:01:42.401" v="8352" actId="790"/>
          <ac:spMkLst>
            <pc:docMk/>
            <pc:sldMk cId="3771363705" sldId="272"/>
            <ac:spMk id="17" creationId="{1FD7202B-5BA8-C990-5359-5C1B61CA1531}"/>
          </ac:spMkLst>
        </pc:spChg>
        <pc:spChg chg="mod">
          <ac:chgData name="Rahma Ghani" userId="791ab722-5eeb-498c-bbf5-3225dee9017e" providerId="ADAL" clId="{8970C66A-29AC-449B-8C4D-C9185E2DCC3F}" dt="2026-02-05T10:01:42.401" v="8352" actId="790"/>
          <ac:spMkLst>
            <pc:docMk/>
            <pc:sldMk cId="3771363705" sldId="272"/>
            <ac:spMk id="20" creationId="{C58DCBA3-2153-3E88-4DF7-7086330ABC84}"/>
          </ac:spMkLst>
        </pc:spChg>
        <pc:spChg chg="mod">
          <ac:chgData name="Rahma Ghani" userId="791ab722-5eeb-498c-bbf5-3225dee9017e" providerId="ADAL" clId="{8970C66A-29AC-449B-8C4D-C9185E2DCC3F}" dt="2026-02-05T10:01:42.401" v="8352" actId="790"/>
          <ac:spMkLst>
            <pc:docMk/>
            <pc:sldMk cId="3771363705" sldId="272"/>
            <ac:spMk id="22" creationId="{C16ED6B2-2244-4455-C344-BE89EE77E3C3}"/>
          </ac:spMkLst>
        </pc:spChg>
        <pc:spChg chg="mod">
          <ac:chgData name="Rahma Ghani" userId="791ab722-5eeb-498c-bbf5-3225dee9017e" providerId="ADAL" clId="{8970C66A-29AC-449B-8C4D-C9185E2DCC3F}" dt="2026-02-05T10:01:42.401" v="8352" actId="790"/>
          <ac:spMkLst>
            <pc:docMk/>
            <pc:sldMk cId="3771363705" sldId="272"/>
            <ac:spMk id="26" creationId="{57B9C2F5-D7AF-F3FB-0B3C-B798A5DAC449}"/>
          </ac:spMkLst>
        </pc:spChg>
        <pc:spChg chg="mod">
          <ac:chgData name="Rahma Ghani" userId="791ab722-5eeb-498c-bbf5-3225dee9017e" providerId="ADAL" clId="{8970C66A-29AC-449B-8C4D-C9185E2DCC3F}" dt="2026-02-05T10:01:42.401" v="8352" actId="790"/>
          <ac:spMkLst>
            <pc:docMk/>
            <pc:sldMk cId="3771363705" sldId="272"/>
            <ac:spMk id="32" creationId="{3D934468-2194-F73F-8B79-8D7AB3CD26BE}"/>
          </ac:spMkLst>
        </pc:spChg>
        <pc:spChg chg="mod">
          <ac:chgData name="Rahma Ghani" userId="791ab722-5eeb-498c-bbf5-3225dee9017e" providerId="ADAL" clId="{8970C66A-29AC-449B-8C4D-C9185E2DCC3F}" dt="2026-02-05T10:01:42.401" v="8352" actId="790"/>
          <ac:spMkLst>
            <pc:docMk/>
            <pc:sldMk cId="3771363705" sldId="272"/>
            <ac:spMk id="33" creationId="{9BB251A7-5976-DED1-E6B4-6A67F18D869B}"/>
          </ac:spMkLst>
        </pc:spChg>
        <pc:grpChg chg="mod">
          <ac:chgData name="Rahma Ghani" userId="791ab722-5eeb-498c-bbf5-3225dee9017e" providerId="ADAL" clId="{8970C66A-29AC-449B-8C4D-C9185E2DCC3F}" dt="2026-01-31T08:11:52.594" v="1014" actId="1035"/>
          <ac:grpSpMkLst>
            <pc:docMk/>
            <pc:sldMk cId="3771363705" sldId="272"/>
            <ac:grpSpMk id="12" creationId="{71E9634C-C195-6BF8-05A0-FC6E02927B19}"/>
          </ac:grpSpMkLst>
        </pc:grpChg>
        <pc:grpChg chg="mod">
          <ac:chgData name="Rahma Ghani" userId="791ab722-5eeb-498c-bbf5-3225dee9017e" providerId="ADAL" clId="{8970C66A-29AC-449B-8C4D-C9185E2DCC3F}" dt="2026-01-31T08:12:02.260" v="1020" actId="1036"/>
          <ac:grpSpMkLst>
            <pc:docMk/>
            <pc:sldMk cId="3771363705" sldId="272"/>
            <ac:grpSpMk id="14" creationId="{663E8A76-282B-01DD-178A-D664E5D58126}"/>
          </ac:grpSpMkLst>
        </pc:grpChg>
        <pc:grpChg chg="mod">
          <ac:chgData name="Rahma Ghani" userId="791ab722-5eeb-498c-bbf5-3225dee9017e" providerId="ADAL" clId="{8970C66A-29AC-449B-8C4D-C9185E2DCC3F}" dt="2026-01-31T08:11:55.539" v="1016" actId="1037"/>
          <ac:grpSpMkLst>
            <pc:docMk/>
            <pc:sldMk cId="3771363705" sldId="272"/>
            <ac:grpSpMk id="21" creationId="{6983D723-A632-5AD2-DA8C-C5072E87A596}"/>
          </ac:grpSpMkLst>
        </pc:grpChg>
        <pc:grpChg chg="mod">
          <ac:chgData name="Rahma Ghani" userId="791ab722-5eeb-498c-bbf5-3225dee9017e" providerId="ADAL" clId="{8970C66A-29AC-449B-8C4D-C9185E2DCC3F}" dt="2026-01-31T08:11:58.794" v="1018" actId="1038"/>
          <ac:grpSpMkLst>
            <pc:docMk/>
            <pc:sldMk cId="3771363705" sldId="272"/>
            <ac:grpSpMk id="28" creationId="{A032FB55-D8CB-9A0C-5D2C-E79176EC3465}"/>
          </ac:grpSpMkLst>
        </pc:grpChg>
      </pc:sldChg>
      <pc:sldChg chg="addSp delSp modSp add mod">
        <pc:chgData name="Rahma Ghani" userId="791ab722-5eeb-498c-bbf5-3225dee9017e" providerId="ADAL" clId="{8970C66A-29AC-449B-8C4D-C9185E2DCC3F}" dt="2026-02-05T10:18:02.055" v="8374" actId="20577"/>
        <pc:sldMkLst>
          <pc:docMk/>
          <pc:sldMk cId="2562410813" sldId="273"/>
        </pc:sldMkLst>
        <pc:spChg chg="add mod">
          <ac:chgData name="Rahma Ghani" userId="791ab722-5eeb-498c-bbf5-3225dee9017e" providerId="ADAL" clId="{8970C66A-29AC-449B-8C4D-C9185E2DCC3F}" dt="2026-01-31T08:22:38.019" v="1096" actId="1076"/>
          <ac:spMkLst>
            <pc:docMk/>
            <pc:sldMk cId="2562410813" sldId="273"/>
            <ac:spMk id="2" creationId="{5CB44A4B-5901-AC16-10F6-CEAE6DA80AD3}"/>
          </ac:spMkLst>
        </pc:spChg>
        <pc:spChg chg="mod">
          <ac:chgData name="Rahma Ghani" userId="791ab722-5eeb-498c-bbf5-3225dee9017e" providerId="ADAL" clId="{8970C66A-29AC-449B-8C4D-C9185E2DCC3F}" dt="2026-02-02T13:00:30.737" v="5824" actId="1038"/>
          <ac:spMkLst>
            <pc:docMk/>
            <pc:sldMk cId="2562410813" sldId="273"/>
            <ac:spMk id="4" creationId="{B4A35A50-19B4-E692-5890-085DA8D705FA}"/>
          </ac:spMkLst>
        </pc:spChg>
        <pc:spChg chg="mod">
          <ac:chgData name="Rahma Ghani" userId="791ab722-5eeb-498c-bbf5-3225dee9017e" providerId="ADAL" clId="{8970C66A-29AC-449B-8C4D-C9185E2DCC3F}" dt="2026-02-05T10:01:42.401" v="8352" actId="790"/>
          <ac:spMkLst>
            <pc:docMk/>
            <pc:sldMk cId="2562410813" sldId="273"/>
            <ac:spMk id="6" creationId="{F5D2EBEC-021A-BA50-596F-C5F15631DF69}"/>
          </ac:spMkLst>
        </pc:spChg>
        <pc:spChg chg="mod">
          <ac:chgData name="Rahma Ghani" userId="791ab722-5eeb-498c-bbf5-3225dee9017e" providerId="ADAL" clId="{8970C66A-29AC-449B-8C4D-C9185E2DCC3F}" dt="2026-02-05T10:01:42.401" v="8352" actId="790"/>
          <ac:spMkLst>
            <pc:docMk/>
            <pc:sldMk cId="2562410813" sldId="273"/>
            <ac:spMk id="8" creationId="{4313A1D1-5294-6B3E-84A7-39EA1688C730}"/>
          </ac:spMkLst>
        </pc:spChg>
        <pc:spChg chg="mod">
          <ac:chgData name="Rahma Ghani" userId="791ab722-5eeb-498c-bbf5-3225dee9017e" providerId="ADAL" clId="{8970C66A-29AC-449B-8C4D-C9185E2DCC3F}" dt="2026-02-05T10:01:42.401" v="8352" actId="790"/>
          <ac:spMkLst>
            <pc:docMk/>
            <pc:sldMk cId="2562410813" sldId="273"/>
            <ac:spMk id="9" creationId="{EDD3B7A5-0314-46D1-29B8-B4364A640387}"/>
          </ac:spMkLst>
        </pc:spChg>
        <pc:spChg chg="mod">
          <ac:chgData name="Rahma Ghani" userId="791ab722-5eeb-498c-bbf5-3225dee9017e" providerId="ADAL" clId="{8970C66A-29AC-449B-8C4D-C9185E2DCC3F}" dt="2026-02-05T10:01:42.401" v="8352" actId="790"/>
          <ac:spMkLst>
            <pc:docMk/>
            <pc:sldMk cId="2562410813" sldId="273"/>
            <ac:spMk id="17" creationId="{AD873A40-B019-45C6-E655-44DB0C7B4724}"/>
          </ac:spMkLst>
        </pc:spChg>
        <pc:spChg chg="mod">
          <ac:chgData name="Rahma Ghani" userId="791ab722-5eeb-498c-bbf5-3225dee9017e" providerId="ADAL" clId="{8970C66A-29AC-449B-8C4D-C9185E2DCC3F}" dt="2026-02-05T10:01:42.401" v="8352" actId="790"/>
          <ac:spMkLst>
            <pc:docMk/>
            <pc:sldMk cId="2562410813" sldId="273"/>
            <ac:spMk id="23" creationId="{3F549BF9-C55C-B8DC-B789-E5676B09F63D}"/>
          </ac:spMkLst>
        </pc:spChg>
        <pc:spChg chg="mod">
          <ac:chgData name="Rahma Ghani" userId="791ab722-5eeb-498c-bbf5-3225dee9017e" providerId="ADAL" clId="{8970C66A-29AC-449B-8C4D-C9185E2DCC3F}" dt="2026-02-05T10:01:42.401" v="8352" actId="790"/>
          <ac:spMkLst>
            <pc:docMk/>
            <pc:sldMk cId="2562410813" sldId="273"/>
            <ac:spMk id="24" creationId="{3F453A46-2DFF-6B0B-B39A-6B1B28C4B6A6}"/>
          </ac:spMkLst>
        </pc:spChg>
        <pc:spChg chg="mod">
          <ac:chgData name="Rahma Ghani" userId="791ab722-5eeb-498c-bbf5-3225dee9017e" providerId="ADAL" clId="{8970C66A-29AC-449B-8C4D-C9185E2DCC3F}" dt="2026-02-05T10:01:42.401" v="8352" actId="790"/>
          <ac:spMkLst>
            <pc:docMk/>
            <pc:sldMk cId="2562410813" sldId="273"/>
            <ac:spMk id="27" creationId="{DB9F6A01-8E3F-98AF-47E4-592E9B5EA5CF}"/>
          </ac:spMkLst>
        </pc:spChg>
        <pc:spChg chg="mod">
          <ac:chgData name="Rahma Ghani" userId="791ab722-5eeb-498c-bbf5-3225dee9017e" providerId="ADAL" clId="{8970C66A-29AC-449B-8C4D-C9185E2DCC3F}" dt="2026-02-05T10:01:42.401" v="8352" actId="790"/>
          <ac:spMkLst>
            <pc:docMk/>
            <pc:sldMk cId="2562410813" sldId="273"/>
            <ac:spMk id="31" creationId="{6E56EE7D-195A-DF05-0CAA-29AAEE9073C7}"/>
          </ac:spMkLst>
        </pc:spChg>
        <pc:spChg chg="mod">
          <ac:chgData name="Rahma Ghani" userId="791ab722-5eeb-498c-bbf5-3225dee9017e" providerId="ADAL" clId="{8970C66A-29AC-449B-8C4D-C9185E2DCC3F}" dt="2026-02-05T10:01:42.401" v="8352" actId="790"/>
          <ac:spMkLst>
            <pc:docMk/>
            <pc:sldMk cId="2562410813" sldId="273"/>
            <ac:spMk id="34" creationId="{45A708C6-8300-4EED-9A08-02183EC3B2AC}"/>
          </ac:spMkLst>
        </pc:spChg>
        <pc:spChg chg="add mod">
          <ac:chgData name="Rahma Ghani" userId="791ab722-5eeb-498c-bbf5-3225dee9017e" providerId="ADAL" clId="{8970C66A-29AC-449B-8C4D-C9185E2DCC3F}" dt="2026-02-02T13:15:36.586" v="6785" actId="1076"/>
          <ac:spMkLst>
            <pc:docMk/>
            <pc:sldMk cId="2562410813" sldId="273"/>
            <ac:spMk id="36" creationId="{F4EC716A-DC22-384F-2559-09BAD7EA027C}"/>
          </ac:spMkLst>
        </pc:spChg>
        <pc:spChg chg="add mod">
          <ac:chgData name="Rahma Ghani" userId="791ab722-5eeb-498c-bbf5-3225dee9017e" providerId="ADAL" clId="{8970C66A-29AC-449B-8C4D-C9185E2DCC3F}" dt="2026-02-02T13:15:46.693" v="6786" actId="1076"/>
          <ac:spMkLst>
            <pc:docMk/>
            <pc:sldMk cId="2562410813" sldId="273"/>
            <ac:spMk id="40" creationId="{96FC7896-5C98-6552-F4E7-6CDB1506132F}"/>
          </ac:spMkLst>
        </pc:spChg>
        <pc:spChg chg="add mod">
          <ac:chgData name="Rahma Ghani" userId="791ab722-5eeb-498c-bbf5-3225dee9017e" providerId="ADAL" clId="{8970C66A-29AC-449B-8C4D-C9185E2DCC3F}" dt="2026-02-02T13:16:02.648" v="6788" actId="1076"/>
          <ac:spMkLst>
            <pc:docMk/>
            <pc:sldMk cId="2562410813" sldId="273"/>
            <ac:spMk id="41" creationId="{E23338BC-A9D8-5EBE-B44F-FCFE0E3B74E0}"/>
          </ac:spMkLst>
        </pc:spChg>
        <pc:spChg chg="add mod">
          <ac:chgData name="Rahma Ghani" userId="791ab722-5eeb-498c-bbf5-3225dee9017e" providerId="ADAL" clId="{8970C66A-29AC-449B-8C4D-C9185E2DCC3F}" dt="2026-02-05T10:18:02.055" v="8374" actId="20577"/>
          <ac:spMkLst>
            <pc:docMk/>
            <pc:sldMk cId="2562410813" sldId="273"/>
            <ac:spMk id="43" creationId="{C2B44841-9466-2443-3CDB-4E66C942ECC3}"/>
          </ac:spMkLst>
        </pc:spChg>
        <pc:spChg chg="add mod">
          <ac:chgData name="Rahma Ghani" userId="791ab722-5eeb-498c-bbf5-3225dee9017e" providerId="ADAL" clId="{8970C66A-29AC-449B-8C4D-C9185E2DCC3F}" dt="2026-02-05T10:01:42.401" v="8352" actId="790"/>
          <ac:spMkLst>
            <pc:docMk/>
            <pc:sldMk cId="2562410813" sldId="273"/>
            <ac:spMk id="45" creationId="{BD9EA7E8-E7BA-1938-1F03-CDBF905F47E8}"/>
          </ac:spMkLst>
        </pc:spChg>
        <pc:spChg chg="add mod">
          <ac:chgData name="Rahma Ghani" userId="791ab722-5eeb-498c-bbf5-3225dee9017e" providerId="ADAL" clId="{8970C66A-29AC-449B-8C4D-C9185E2DCC3F}" dt="2026-02-02T13:14:07.023" v="6624"/>
          <ac:spMkLst>
            <pc:docMk/>
            <pc:sldMk cId="2562410813" sldId="273"/>
            <ac:spMk id="47" creationId="{03596364-06E3-5CC6-FABB-BDBA1455B453}"/>
          </ac:spMkLst>
        </pc:spChg>
        <pc:grpChg chg="mod">
          <ac:chgData name="Rahma Ghani" userId="791ab722-5eeb-498c-bbf5-3225dee9017e" providerId="ADAL" clId="{8970C66A-29AC-449B-8C4D-C9185E2DCC3F}" dt="2026-01-31T08:19:19.118" v="1078" actId="1035"/>
          <ac:grpSpMkLst>
            <pc:docMk/>
            <pc:sldMk cId="2562410813" sldId="273"/>
            <ac:grpSpMk id="12" creationId="{BB941845-59FB-30C8-DBDF-E0CBDDE0244E}"/>
          </ac:grpSpMkLst>
        </pc:grpChg>
        <pc:grpChg chg="mod">
          <ac:chgData name="Rahma Ghani" userId="791ab722-5eeb-498c-bbf5-3225dee9017e" providerId="ADAL" clId="{8970C66A-29AC-449B-8C4D-C9185E2DCC3F}" dt="2026-01-31T08:22:54.760" v="1099" actId="1076"/>
          <ac:grpSpMkLst>
            <pc:docMk/>
            <pc:sldMk cId="2562410813" sldId="273"/>
            <ac:grpSpMk id="14" creationId="{4DC4211A-1E9F-B4CD-2B02-079A32D827BE}"/>
          </ac:grpSpMkLst>
        </pc:grpChg>
        <pc:grpChg chg="mod">
          <ac:chgData name="Rahma Ghani" userId="791ab722-5eeb-498c-bbf5-3225dee9017e" providerId="ADAL" clId="{8970C66A-29AC-449B-8C4D-C9185E2DCC3F}" dt="2026-01-31T08:19:04.161" v="1072" actId="1037"/>
          <ac:grpSpMkLst>
            <pc:docMk/>
            <pc:sldMk cId="2562410813" sldId="273"/>
            <ac:grpSpMk id="21" creationId="{6A21A8F8-EC37-720F-BC9A-48C07688066D}"/>
          </ac:grpSpMkLst>
        </pc:grpChg>
        <pc:grpChg chg="mod">
          <ac:chgData name="Rahma Ghani" userId="791ab722-5eeb-498c-bbf5-3225dee9017e" providerId="ADAL" clId="{8970C66A-29AC-449B-8C4D-C9185E2DCC3F}" dt="2026-01-31T08:19:09.955" v="1076" actId="1038"/>
          <ac:grpSpMkLst>
            <pc:docMk/>
            <pc:sldMk cId="2562410813" sldId="273"/>
            <ac:grpSpMk id="28" creationId="{3DC719F4-45F2-C0BE-7918-8BDE974C116D}"/>
          </ac:grpSpMkLst>
        </pc:grpChg>
      </pc:sldChg>
      <pc:sldChg chg="addSp delSp modSp add mod">
        <pc:chgData name="Rahma Ghani" userId="791ab722-5eeb-498c-bbf5-3225dee9017e" providerId="ADAL" clId="{8970C66A-29AC-449B-8C4D-C9185E2DCC3F}" dt="2026-02-05T10:01:42.401" v="8352" actId="790"/>
        <pc:sldMkLst>
          <pc:docMk/>
          <pc:sldMk cId="4074949898" sldId="274"/>
        </pc:sldMkLst>
        <pc:spChg chg="add mod">
          <ac:chgData name="Rahma Ghani" userId="791ab722-5eeb-498c-bbf5-3225dee9017e" providerId="ADAL" clId="{8970C66A-29AC-449B-8C4D-C9185E2DCC3F}" dt="2026-02-02T13:08:12.660" v="6590" actId="113"/>
          <ac:spMkLst>
            <pc:docMk/>
            <pc:sldMk cId="4074949898" sldId="274"/>
            <ac:spMk id="3" creationId="{E6F77994-6216-BF69-A0B6-A7287EE052E2}"/>
          </ac:spMkLst>
        </pc:spChg>
        <pc:spChg chg="mod">
          <ac:chgData name="Rahma Ghani" userId="791ab722-5eeb-498c-bbf5-3225dee9017e" providerId="ADAL" clId="{8970C66A-29AC-449B-8C4D-C9185E2DCC3F}" dt="2026-02-02T13:00:35.527" v="5826" actId="1038"/>
          <ac:spMkLst>
            <pc:docMk/>
            <pc:sldMk cId="4074949898" sldId="274"/>
            <ac:spMk id="4" creationId="{66F7908D-3DD3-885E-1FB0-ACC41F09014D}"/>
          </ac:spMkLst>
        </pc:spChg>
        <pc:spChg chg="add mod">
          <ac:chgData name="Rahma Ghani" userId="791ab722-5eeb-498c-bbf5-3225dee9017e" providerId="ADAL" clId="{8970C66A-29AC-449B-8C4D-C9185E2DCC3F}" dt="2026-02-02T13:08:25.501" v="6591" actId="1076"/>
          <ac:spMkLst>
            <pc:docMk/>
            <pc:sldMk cId="4074949898" sldId="274"/>
            <ac:spMk id="5" creationId="{B6765824-DABE-A540-780F-2DFAFAE10930}"/>
          </ac:spMkLst>
        </pc:spChg>
        <pc:spChg chg="mod">
          <ac:chgData name="Rahma Ghani" userId="791ab722-5eeb-498c-bbf5-3225dee9017e" providerId="ADAL" clId="{8970C66A-29AC-449B-8C4D-C9185E2DCC3F}" dt="2026-02-05T10:01:42.401" v="8352" actId="790"/>
          <ac:spMkLst>
            <pc:docMk/>
            <pc:sldMk cId="4074949898" sldId="274"/>
            <ac:spMk id="6" creationId="{8E59FCB3-DF7F-8F4E-1EFA-391ECB271C7C}"/>
          </ac:spMkLst>
        </pc:spChg>
        <pc:spChg chg="mod">
          <ac:chgData name="Rahma Ghani" userId="791ab722-5eeb-498c-bbf5-3225dee9017e" providerId="ADAL" clId="{8970C66A-29AC-449B-8C4D-C9185E2DCC3F}" dt="2026-02-05T10:01:42.401" v="8352" actId="790"/>
          <ac:spMkLst>
            <pc:docMk/>
            <pc:sldMk cId="4074949898" sldId="274"/>
            <ac:spMk id="8" creationId="{D805D26A-624B-8161-70AA-54CF9B26B2F9}"/>
          </ac:spMkLst>
        </pc:spChg>
        <pc:spChg chg="mod">
          <ac:chgData name="Rahma Ghani" userId="791ab722-5eeb-498c-bbf5-3225dee9017e" providerId="ADAL" clId="{8970C66A-29AC-449B-8C4D-C9185E2DCC3F}" dt="2026-02-05T10:01:42.401" v="8352" actId="790"/>
          <ac:spMkLst>
            <pc:docMk/>
            <pc:sldMk cId="4074949898" sldId="274"/>
            <ac:spMk id="10" creationId="{8265B7A1-364E-F88E-1EC9-AEF32DB78EA1}"/>
          </ac:spMkLst>
        </pc:spChg>
        <pc:spChg chg="mod">
          <ac:chgData name="Rahma Ghani" userId="791ab722-5eeb-498c-bbf5-3225dee9017e" providerId="ADAL" clId="{8970C66A-29AC-449B-8C4D-C9185E2DCC3F}" dt="2026-02-05T10:01:42.401" v="8352" actId="790"/>
          <ac:spMkLst>
            <pc:docMk/>
            <pc:sldMk cId="4074949898" sldId="274"/>
            <ac:spMk id="15" creationId="{F469C486-3996-BB91-3D7C-88B7EDF77194}"/>
          </ac:spMkLst>
        </pc:spChg>
        <pc:spChg chg="mod">
          <ac:chgData name="Rahma Ghani" userId="791ab722-5eeb-498c-bbf5-3225dee9017e" providerId="ADAL" clId="{8970C66A-29AC-449B-8C4D-C9185E2DCC3F}" dt="2026-02-05T10:01:42.401" v="8352" actId="790"/>
          <ac:spMkLst>
            <pc:docMk/>
            <pc:sldMk cId="4074949898" sldId="274"/>
            <ac:spMk id="17" creationId="{6EADDDF5-226F-B2D3-3509-88E7336921E6}"/>
          </ac:spMkLst>
        </pc:spChg>
        <pc:spChg chg="mod">
          <ac:chgData name="Rahma Ghani" userId="791ab722-5eeb-498c-bbf5-3225dee9017e" providerId="ADAL" clId="{8970C66A-29AC-449B-8C4D-C9185E2DCC3F}" dt="2026-02-05T10:01:42.401" v="8352" actId="790"/>
          <ac:spMkLst>
            <pc:docMk/>
            <pc:sldMk cId="4074949898" sldId="274"/>
            <ac:spMk id="22" creationId="{04A7D3E9-17FA-D19D-5474-A6FB3269C0F1}"/>
          </ac:spMkLst>
        </pc:spChg>
        <pc:spChg chg="mod">
          <ac:chgData name="Rahma Ghani" userId="791ab722-5eeb-498c-bbf5-3225dee9017e" providerId="ADAL" clId="{8970C66A-29AC-449B-8C4D-C9185E2DCC3F}" dt="2026-02-05T10:01:42.401" v="8352" actId="790"/>
          <ac:spMkLst>
            <pc:docMk/>
            <pc:sldMk cId="4074949898" sldId="274"/>
            <ac:spMk id="26" creationId="{185469C7-F96D-6908-8674-80DDFD1E3F0D}"/>
          </ac:spMkLst>
        </pc:spChg>
        <pc:spChg chg="mod">
          <ac:chgData name="Rahma Ghani" userId="791ab722-5eeb-498c-bbf5-3225dee9017e" providerId="ADAL" clId="{8970C66A-29AC-449B-8C4D-C9185E2DCC3F}" dt="2026-02-05T10:01:42.401" v="8352" actId="790"/>
          <ac:spMkLst>
            <pc:docMk/>
            <pc:sldMk cId="4074949898" sldId="274"/>
            <ac:spMk id="30" creationId="{7D3AE9BF-8025-0A7B-8432-8200A65E1813}"/>
          </ac:spMkLst>
        </pc:spChg>
        <pc:spChg chg="mod">
          <ac:chgData name="Rahma Ghani" userId="791ab722-5eeb-498c-bbf5-3225dee9017e" providerId="ADAL" clId="{8970C66A-29AC-449B-8C4D-C9185E2DCC3F}" dt="2026-02-05T10:01:42.401" v="8352" actId="790"/>
          <ac:spMkLst>
            <pc:docMk/>
            <pc:sldMk cId="4074949898" sldId="274"/>
            <ac:spMk id="32" creationId="{683066CE-FF76-9924-651C-F8F6243D0A48}"/>
          </ac:spMkLst>
        </pc:spChg>
        <pc:spChg chg="mod">
          <ac:chgData name="Rahma Ghani" userId="791ab722-5eeb-498c-bbf5-3225dee9017e" providerId="ADAL" clId="{8970C66A-29AC-449B-8C4D-C9185E2DCC3F}" dt="2026-02-02T13:00:55.837" v="5835" actId="20577"/>
          <ac:spMkLst>
            <pc:docMk/>
            <pc:sldMk cId="4074949898" sldId="274"/>
            <ac:spMk id="41" creationId="{CFDC5624-4598-A051-8E8D-1B402647CC61}"/>
          </ac:spMkLst>
        </pc:spChg>
        <pc:spChg chg="mod">
          <ac:chgData name="Rahma Ghani" userId="791ab722-5eeb-498c-bbf5-3225dee9017e" providerId="ADAL" clId="{8970C66A-29AC-449B-8C4D-C9185E2DCC3F}" dt="2026-02-05T10:01:42.401" v="8352" actId="790"/>
          <ac:spMkLst>
            <pc:docMk/>
            <pc:sldMk cId="4074949898" sldId="274"/>
            <ac:spMk id="45" creationId="{762C51D4-4ABD-38AD-5CA4-CC25C8CBD17B}"/>
          </ac:spMkLst>
        </pc:spChg>
        <pc:grpChg chg="mod">
          <ac:chgData name="Rahma Ghani" userId="791ab722-5eeb-498c-bbf5-3225dee9017e" providerId="ADAL" clId="{8970C66A-29AC-449B-8C4D-C9185E2DCC3F}" dt="2026-01-31T08:30:37.827" v="1163" actId="1035"/>
          <ac:grpSpMkLst>
            <pc:docMk/>
            <pc:sldMk cId="4074949898" sldId="274"/>
            <ac:grpSpMk id="12" creationId="{2060F67D-E6E4-6FAB-4D91-27082A388FF8}"/>
          </ac:grpSpMkLst>
        </pc:grpChg>
        <pc:grpChg chg="mod">
          <ac:chgData name="Rahma Ghani" userId="791ab722-5eeb-498c-bbf5-3225dee9017e" providerId="ADAL" clId="{8970C66A-29AC-449B-8C4D-C9185E2DCC3F}" dt="2026-01-31T08:30:31.831" v="1159" actId="1036"/>
          <ac:grpSpMkLst>
            <pc:docMk/>
            <pc:sldMk cId="4074949898" sldId="274"/>
            <ac:grpSpMk id="14" creationId="{D02A6B1F-6925-7713-FACE-F7DB17EF0D8B}"/>
          </ac:grpSpMkLst>
        </pc:grpChg>
        <pc:grpChg chg="mod">
          <ac:chgData name="Rahma Ghani" userId="791ab722-5eeb-498c-bbf5-3225dee9017e" providerId="ADAL" clId="{8970C66A-29AC-449B-8C4D-C9185E2DCC3F}" dt="2026-01-31T08:30:29.490" v="1157" actId="1037"/>
          <ac:grpSpMkLst>
            <pc:docMk/>
            <pc:sldMk cId="4074949898" sldId="274"/>
            <ac:grpSpMk id="21" creationId="{CD130502-28AE-C648-3BE3-2B897283D38C}"/>
          </ac:grpSpMkLst>
        </pc:grpChg>
        <pc:grpChg chg="mod">
          <ac:chgData name="Rahma Ghani" userId="791ab722-5eeb-498c-bbf5-3225dee9017e" providerId="ADAL" clId="{8970C66A-29AC-449B-8C4D-C9185E2DCC3F}" dt="2026-01-31T08:30:34.241" v="1161" actId="1038"/>
          <ac:grpSpMkLst>
            <pc:docMk/>
            <pc:sldMk cId="4074949898" sldId="274"/>
            <ac:grpSpMk id="28" creationId="{649FB268-FD1D-7FF6-E1B8-4AD847F6E9C1}"/>
          </ac:grpSpMkLst>
        </pc:grpChg>
      </pc:sldChg>
      <pc:sldChg chg="addSp delSp modSp add mod">
        <pc:chgData name="Rahma Ghani" userId="791ab722-5eeb-498c-bbf5-3225dee9017e" providerId="ADAL" clId="{8970C66A-29AC-449B-8C4D-C9185E2DCC3F}" dt="2026-02-05T10:01:42.401" v="8352" actId="790"/>
        <pc:sldMkLst>
          <pc:docMk/>
          <pc:sldMk cId="346344521" sldId="275"/>
        </pc:sldMkLst>
        <pc:spChg chg="add mod">
          <ac:chgData name="Rahma Ghani" userId="791ab722-5eeb-498c-bbf5-3225dee9017e" providerId="ADAL" clId="{8970C66A-29AC-449B-8C4D-C9185E2DCC3F}" dt="2026-01-31T08:44:52.199" v="1245" actId="1076"/>
          <ac:spMkLst>
            <pc:docMk/>
            <pc:sldMk cId="346344521" sldId="275"/>
            <ac:spMk id="3" creationId="{9B99453E-79B5-C1AF-064F-E53F811AAE82}"/>
          </ac:spMkLst>
        </pc:spChg>
        <pc:spChg chg="add mod">
          <ac:chgData name="Rahma Ghani" userId="791ab722-5eeb-498c-bbf5-3225dee9017e" providerId="ADAL" clId="{8970C66A-29AC-449B-8C4D-C9185E2DCC3F}" dt="2026-02-02T13:20:16.677" v="6808" actId="20577"/>
          <ac:spMkLst>
            <pc:docMk/>
            <pc:sldMk cId="346344521" sldId="275"/>
            <ac:spMk id="4" creationId="{A7695BB5-5360-19B7-D73D-5CE33C57B546}"/>
          </ac:spMkLst>
        </pc:spChg>
        <pc:spChg chg="add mod ord">
          <ac:chgData name="Rahma Ghani" userId="791ab722-5eeb-498c-bbf5-3225dee9017e" providerId="ADAL" clId="{8970C66A-29AC-449B-8C4D-C9185E2DCC3F}" dt="2026-02-02T13:19:08.668" v="6803" actId="1076"/>
          <ac:spMkLst>
            <pc:docMk/>
            <pc:sldMk cId="346344521" sldId="275"/>
            <ac:spMk id="5" creationId="{FD8BECE3-1804-E585-B2E8-106DE4EE009C}"/>
          </ac:spMkLst>
        </pc:spChg>
        <pc:spChg chg="mod">
          <ac:chgData name="Rahma Ghani" userId="791ab722-5eeb-498c-bbf5-3225dee9017e" providerId="ADAL" clId="{8970C66A-29AC-449B-8C4D-C9185E2DCC3F}" dt="2026-02-05T10:01:42.401" v="8352" actId="790"/>
          <ac:spMkLst>
            <pc:docMk/>
            <pc:sldMk cId="346344521" sldId="275"/>
            <ac:spMk id="7" creationId="{0C11B336-C0F9-C675-9701-2B56C7DB1806}"/>
          </ac:spMkLst>
        </pc:spChg>
        <pc:spChg chg="mod">
          <ac:chgData name="Rahma Ghani" userId="791ab722-5eeb-498c-bbf5-3225dee9017e" providerId="ADAL" clId="{8970C66A-29AC-449B-8C4D-C9185E2DCC3F}" dt="2026-02-05T10:01:42.401" v="8352" actId="790"/>
          <ac:spMkLst>
            <pc:docMk/>
            <pc:sldMk cId="346344521" sldId="275"/>
            <ac:spMk id="11" creationId="{7D3B8597-829E-4990-89B8-2EAEF0DB5A9E}"/>
          </ac:spMkLst>
        </pc:spChg>
        <pc:spChg chg="mod">
          <ac:chgData name="Rahma Ghani" userId="791ab722-5eeb-498c-bbf5-3225dee9017e" providerId="ADAL" clId="{8970C66A-29AC-449B-8C4D-C9185E2DCC3F}" dt="2026-02-05T10:01:42.401" v="8352" actId="790"/>
          <ac:spMkLst>
            <pc:docMk/>
            <pc:sldMk cId="346344521" sldId="275"/>
            <ac:spMk id="15" creationId="{28B498E3-10CB-6E30-88F2-1802A5472872}"/>
          </ac:spMkLst>
        </pc:spChg>
        <pc:spChg chg="mod">
          <ac:chgData name="Rahma Ghani" userId="791ab722-5eeb-498c-bbf5-3225dee9017e" providerId="ADAL" clId="{8970C66A-29AC-449B-8C4D-C9185E2DCC3F}" dt="2026-02-05T10:01:42.401" v="8352" actId="790"/>
          <ac:spMkLst>
            <pc:docMk/>
            <pc:sldMk cId="346344521" sldId="275"/>
            <ac:spMk id="18" creationId="{C0CC499B-7F08-B28D-5B85-F42646115B48}"/>
          </ac:spMkLst>
        </pc:spChg>
        <pc:spChg chg="mod">
          <ac:chgData name="Rahma Ghani" userId="791ab722-5eeb-498c-bbf5-3225dee9017e" providerId="ADAL" clId="{8970C66A-29AC-449B-8C4D-C9185E2DCC3F}" dt="2026-02-05T10:01:42.401" v="8352" actId="790"/>
          <ac:spMkLst>
            <pc:docMk/>
            <pc:sldMk cId="346344521" sldId="275"/>
            <ac:spMk id="20" creationId="{BE986DF2-E864-D4DF-4AE7-33CF63029822}"/>
          </ac:spMkLst>
        </pc:spChg>
        <pc:spChg chg="mod">
          <ac:chgData name="Rahma Ghani" userId="791ab722-5eeb-498c-bbf5-3225dee9017e" providerId="ADAL" clId="{8970C66A-29AC-449B-8C4D-C9185E2DCC3F}" dt="2026-02-05T10:01:42.401" v="8352" actId="790"/>
          <ac:spMkLst>
            <pc:docMk/>
            <pc:sldMk cId="346344521" sldId="275"/>
            <ac:spMk id="22" creationId="{835EFC11-ABDF-CF7A-62B1-12E4865A12D7}"/>
          </ac:spMkLst>
        </pc:spChg>
        <pc:spChg chg="mod">
          <ac:chgData name="Rahma Ghani" userId="791ab722-5eeb-498c-bbf5-3225dee9017e" providerId="ADAL" clId="{8970C66A-29AC-449B-8C4D-C9185E2DCC3F}" dt="2026-02-05T10:01:42.401" v="8352" actId="790"/>
          <ac:spMkLst>
            <pc:docMk/>
            <pc:sldMk cId="346344521" sldId="275"/>
            <ac:spMk id="24" creationId="{BE1BF9C3-BFB1-624D-8577-6BC473E8D6F4}"/>
          </ac:spMkLst>
        </pc:spChg>
        <pc:spChg chg="mod">
          <ac:chgData name="Rahma Ghani" userId="791ab722-5eeb-498c-bbf5-3225dee9017e" providerId="ADAL" clId="{8970C66A-29AC-449B-8C4D-C9185E2DCC3F}" dt="2026-02-05T10:01:42.401" v="8352" actId="790"/>
          <ac:spMkLst>
            <pc:docMk/>
            <pc:sldMk cId="346344521" sldId="275"/>
            <ac:spMk id="30" creationId="{97F5787A-3CE8-B94B-2C87-3EE127355BC6}"/>
          </ac:spMkLst>
        </pc:spChg>
        <pc:spChg chg="mod">
          <ac:chgData name="Rahma Ghani" userId="791ab722-5eeb-498c-bbf5-3225dee9017e" providerId="ADAL" clId="{8970C66A-29AC-449B-8C4D-C9185E2DCC3F}" dt="2026-02-05T10:01:42.401" v="8352" actId="790"/>
          <ac:spMkLst>
            <pc:docMk/>
            <pc:sldMk cId="346344521" sldId="275"/>
            <ac:spMk id="31" creationId="{FC498932-23E8-089E-8598-66F05BEA8A16}"/>
          </ac:spMkLst>
        </pc:spChg>
        <pc:spChg chg="mod">
          <ac:chgData name="Rahma Ghani" userId="791ab722-5eeb-498c-bbf5-3225dee9017e" providerId="ADAL" clId="{8970C66A-29AC-449B-8C4D-C9185E2DCC3F}" dt="2026-02-05T10:01:42.401" v="8352" actId="790"/>
          <ac:spMkLst>
            <pc:docMk/>
            <pc:sldMk cId="346344521" sldId="275"/>
            <ac:spMk id="33" creationId="{F4BE9793-7E28-1A5C-BE90-3D3D1CE5852F}"/>
          </ac:spMkLst>
        </pc:spChg>
        <pc:grpChg chg="mod">
          <ac:chgData name="Rahma Ghani" userId="791ab722-5eeb-498c-bbf5-3225dee9017e" providerId="ADAL" clId="{8970C66A-29AC-449B-8C4D-C9185E2DCC3F}" dt="2026-01-31T14:54:01.211" v="1326" actId="1035"/>
          <ac:grpSpMkLst>
            <pc:docMk/>
            <pc:sldMk cId="346344521" sldId="275"/>
            <ac:grpSpMk id="12" creationId="{2A0E54D8-4E3D-3B89-F85D-E84113DDEF2E}"/>
          </ac:grpSpMkLst>
        </pc:grpChg>
        <pc:grpChg chg="mod">
          <ac:chgData name="Rahma Ghani" userId="791ab722-5eeb-498c-bbf5-3225dee9017e" providerId="ADAL" clId="{8970C66A-29AC-449B-8C4D-C9185E2DCC3F}" dt="2026-01-31T14:53:55.622" v="1322" actId="1036"/>
          <ac:grpSpMkLst>
            <pc:docMk/>
            <pc:sldMk cId="346344521" sldId="275"/>
            <ac:grpSpMk id="14" creationId="{0C46C151-32BD-4813-546A-94B6641484DB}"/>
          </ac:grpSpMkLst>
        </pc:grpChg>
        <pc:grpChg chg="mod">
          <ac:chgData name="Rahma Ghani" userId="791ab722-5eeb-498c-bbf5-3225dee9017e" providerId="ADAL" clId="{8970C66A-29AC-449B-8C4D-C9185E2DCC3F}" dt="2026-01-31T14:53:53.188" v="1320" actId="1037"/>
          <ac:grpSpMkLst>
            <pc:docMk/>
            <pc:sldMk cId="346344521" sldId="275"/>
            <ac:grpSpMk id="21" creationId="{A0018B4E-D6C8-DCB7-F889-F8C7A9FA5A84}"/>
          </ac:grpSpMkLst>
        </pc:grpChg>
        <pc:grpChg chg="mod">
          <ac:chgData name="Rahma Ghani" userId="791ab722-5eeb-498c-bbf5-3225dee9017e" providerId="ADAL" clId="{8970C66A-29AC-449B-8C4D-C9185E2DCC3F}" dt="2026-01-31T14:53:58.772" v="1324" actId="1038"/>
          <ac:grpSpMkLst>
            <pc:docMk/>
            <pc:sldMk cId="346344521" sldId="275"/>
            <ac:grpSpMk id="28" creationId="{BA253A83-5C59-7563-8AAC-C1C33F881EED}"/>
          </ac:grpSpMkLst>
        </pc:grpChg>
      </pc:sldChg>
      <pc:sldChg chg="addSp delSp modSp add mod">
        <pc:chgData name="Rahma Ghani" userId="791ab722-5eeb-498c-bbf5-3225dee9017e" providerId="ADAL" clId="{8970C66A-29AC-449B-8C4D-C9185E2DCC3F}" dt="2026-02-05T10:01:55.722" v="8355" actId="20577"/>
        <pc:sldMkLst>
          <pc:docMk/>
          <pc:sldMk cId="735388382" sldId="278"/>
        </pc:sldMkLst>
        <pc:spChg chg="add mod">
          <ac:chgData name="Rahma Ghani" userId="791ab722-5eeb-498c-bbf5-3225dee9017e" providerId="ADAL" clId="{8970C66A-29AC-449B-8C4D-C9185E2DCC3F}" dt="2026-01-31T14:56:10.945" v="1339"/>
          <ac:spMkLst>
            <pc:docMk/>
            <pc:sldMk cId="735388382" sldId="278"/>
            <ac:spMk id="2" creationId="{3660E493-E58A-0F43-EE99-7B8BB2D1DA3F}"/>
          </ac:spMkLst>
        </pc:spChg>
        <pc:spChg chg="add del mod">
          <ac:chgData name="Rahma Ghani" userId="791ab722-5eeb-498c-bbf5-3225dee9017e" providerId="ADAL" clId="{8970C66A-29AC-449B-8C4D-C9185E2DCC3F}" dt="2026-02-05T09:56:21.913" v="8060" actId="478"/>
          <ac:spMkLst>
            <pc:docMk/>
            <pc:sldMk cId="735388382" sldId="278"/>
            <ac:spMk id="4" creationId="{49C16024-FC8F-4A0D-DB67-069102C25EC9}"/>
          </ac:spMkLst>
        </pc:spChg>
        <pc:spChg chg="add mod">
          <ac:chgData name="Rahma Ghani" userId="791ab722-5eeb-498c-bbf5-3225dee9017e" providerId="ADAL" clId="{8970C66A-29AC-449B-8C4D-C9185E2DCC3F}" dt="2026-02-05T10:01:55.722" v="8355" actId="20577"/>
          <ac:spMkLst>
            <pc:docMk/>
            <pc:sldMk cId="735388382" sldId="278"/>
            <ac:spMk id="5" creationId="{FC1BA4CB-662C-2B0B-17F6-CB2DD2B69056}"/>
          </ac:spMkLst>
        </pc:spChg>
        <pc:spChg chg="mod">
          <ac:chgData name="Rahma Ghani" userId="791ab722-5eeb-498c-bbf5-3225dee9017e" providerId="ADAL" clId="{8970C66A-29AC-449B-8C4D-C9185E2DCC3F}" dt="2026-02-05T10:01:42.401" v="8352" actId="790"/>
          <ac:spMkLst>
            <pc:docMk/>
            <pc:sldMk cId="735388382" sldId="278"/>
            <ac:spMk id="7" creationId="{C762820A-0C46-C7CC-405C-4F199F4681E3}"/>
          </ac:spMkLst>
        </pc:spChg>
        <pc:spChg chg="mod">
          <ac:chgData name="Rahma Ghani" userId="791ab722-5eeb-498c-bbf5-3225dee9017e" providerId="ADAL" clId="{8970C66A-29AC-449B-8C4D-C9185E2DCC3F}" dt="2026-02-05T10:01:42.401" v="8352" actId="790"/>
          <ac:spMkLst>
            <pc:docMk/>
            <pc:sldMk cId="735388382" sldId="278"/>
            <ac:spMk id="10" creationId="{C90FB87D-2E47-FCBF-107F-B71353EF4DA0}"/>
          </ac:spMkLst>
        </pc:spChg>
        <pc:spChg chg="mod">
          <ac:chgData name="Rahma Ghani" userId="791ab722-5eeb-498c-bbf5-3225dee9017e" providerId="ADAL" clId="{8970C66A-29AC-449B-8C4D-C9185E2DCC3F}" dt="2026-02-05T10:01:42.401" v="8352" actId="790"/>
          <ac:spMkLst>
            <pc:docMk/>
            <pc:sldMk cId="735388382" sldId="278"/>
            <ac:spMk id="17" creationId="{131DF025-E95C-8238-E6ED-4E1036825CD7}"/>
          </ac:spMkLst>
        </pc:spChg>
        <pc:spChg chg="mod">
          <ac:chgData name="Rahma Ghani" userId="791ab722-5eeb-498c-bbf5-3225dee9017e" providerId="ADAL" clId="{8970C66A-29AC-449B-8C4D-C9185E2DCC3F}" dt="2026-02-05T10:01:42.401" v="8352" actId="790"/>
          <ac:spMkLst>
            <pc:docMk/>
            <pc:sldMk cId="735388382" sldId="278"/>
            <ac:spMk id="18" creationId="{4DEF8C3C-9E87-19BA-A31E-F1A404CC76B7}"/>
          </ac:spMkLst>
        </pc:spChg>
        <pc:spChg chg="mod">
          <ac:chgData name="Rahma Ghani" userId="791ab722-5eeb-498c-bbf5-3225dee9017e" providerId="ADAL" clId="{8970C66A-29AC-449B-8C4D-C9185E2DCC3F}" dt="2026-02-05T10:01:42.401" v="8352" actId="790"/>
          <ac:spMkLst>
            <pc:docMk/>
            <pc:sldMk cId="735388382" sldId="278"/>
            <ac:spMk id="19" creationId="{8335474D-18BB-1D4F-3BBD-F755F4F1986B}"/>
          </ac:spMkLst>
        </pc:spChg>
        <pc:spChg chg="mod">
          <ac:chgData name="Rahma Ghani" userId="791ab722-5eeb-498c-bbf5-3225dee9017e" providerId="ADAL" clId="{8970C66A-29AC-449B-8C4D-C9185E2DCC3F}" dt="2026-02-05T10:01:42.401" v="8352" actId="790"/>
          <ac:spMkLst>
            <pc:docMk/>
            <pc:sldMk cId="735388382" sldId="278"/>
            <ac:spMk id="24" creationId="{5B1C7402-283D-5100-0D95-D6FBDB3F595A}"/>
          </ac:spMkLst>
        </pc:spChg>
        <pc:spChg chg="mod">
          <ac:chgData name="Rahma Ghani" userId="791ab722-5eeb-498c-bbf5-3225dee9017e" providerId="ADAL" clId="{8970C66A-29AC-449B-8C4D-C9185E2DCC3F}" dt="2026-02-05T10:01:42.401" v="8352" actId="790"/>
          <ac:spMkLst>
            <pc:docMk/>
            <pc:sldMk cId="735388382" sldId="278"/>
            <ac:spMk id="25" creationId="{9C155D17-81E6-C171-BECC-A3DC16C189C9}"/>
          </ac:spMkLst>
        </pc:spChg>
        <pc:spChg chg="mod">
          <ac:chgData name="Rahma Ghani" userId="791ab722-5eeb-498c-bbf5-3225dee9017e" providerId="ADAL" clId="{8970C66A-29AC-449B-8C4D-C9185E2DCC3F}" dt="2026-02-05T10:01:42.401" v="8352" actId="790"/>
          <ac:spMkLst>
            <pc:docMk/>
            <pc:sldMk cId="735388382" sldId="278"/>
            <ac:spMk id="29" creationId="{7D72BBBF-0672-BAFB-E52F-D5F53E737245}"/>
          </ac:spMkLst>
        </pc:spChg>
        <pc:spChg chg="mod">
          <ac:chgData name="Rahma Ghani" userId="791ab722-5eeb-498c-bbf5-3225dee9017e" providerId="ADAL" clId="{8970C66A-29AC-449B-8C4D-C9185E2DCC3F}" dt="2026-02-05T10:01:42.401" v="8352" actId="790"/>
          <ac:spMkLst>
            <pc:docMk/>
            <pc:sldMk cId="735388382" sldId="278"/>
            <ac:spMk id="31" creationId="{EC51D190-0B1E-1F38-87CB-6BDE5CF64241}"/>
          </ac:spMkLst>
        </pc:spChg>
        <pc:spChg chg="mod">
          <ac:chgData name="Rahma Ghani" userId="791ab722-5eeb-498c-bbf5-3225dee9017e" providerId="ADAL" clId="{8970C66A-29AC-449B-8C4D-C9185E2DCC3F}" dt="2026-02-05T10:01:42.401" v="8352" actId="790"/>
          <ac:spMkLst>
            <pc:docMk/>
            <pc:sldMk cId="735388382" sldId="278"/>
            <ac:spMk id="32" creationId="{37C58E59-9302-459C-5D86-F962DCB1A6CC}"/>
          </ac:spMkLst>
        </pc:spChg>
        <pc:grpChg chg="mod">
          <ac:chgData name="Rahma Ghani" userId="791ab722-5eeb-498c-bbf5-3225dee9017e" providerId="ADAL" clId="{8970C66A-29AC-449B-8C4D-C9185E2DCC3F}" dt="2026-01-31T14:56:21.040" v="1347" actId="1035"/>
          <ac:grpSpMkLst>
            <pc:docMk/>
            <pc:sldMk cId="735388382" sldId="278"/>
            <ac:grpSpMk id="12" creationId="{885961F5-305C-3181-A760-318509B61726}"/>
          </ac:grpSpMkLst>
        </pc:grpChg>
        <pc:grpChg chg="mod">
          <ac:chgData name="Rahma Ghani" userId="791ab722-5eeb-498c-bbf5-3225dee9017e" providerId="ADAL" clId="{8970C66A-29AC-449B-8C4D-C9185E2DCC3F}" dt="2026-01-31T14:56:17.085" v="1343" actId="1036"/>
          <ac:grpSpMkLst>
            <pc:docMk/>
            <pc:sldMk cId="735388382" sldId="278"/>
            <ac:grpSpMk id="14" creationId="{292E3E81-AF4E-7D5C-9F3E-C6699517AD13}"/>
          </ac:grpSpMkLst>
        </pc:grpChg>
        <pc:grpChg chg="mod">
          <ac:chgData name="Rahma Ghani" userId="791ab722-5eeb-498c-bbf5-3225dee9017e" providerId="ADAL" clId="{8970C66A-29AC-449B-8C4D-C9185E2DCC3F}" dt="2026-01-31T14:56:15.126" v="1341" actId="1037"/>
          <ac:grpSpMkLst>
            <pc:docMk/>
            <pc:sldMk cId="735388382" sldId="278"/>
            <ac:grpSpMk id="21" creationId="{E285CDE6-0A9C-B3A8-241E-9D7E07A1677E}"/>
          </ac:grpSpMkLst>
        </pc:grpChg>
        <pc:grpChg chg="mod">
          <ac:chgData name="Rahma Ghani" userId="791ab722-5eeb-498c-bbf5-3225dee9017e" providerId="ADAL" clId="{8970C66A-29AC-449B-8C4D-C9185E2DCC3F}" dt="2026-01-31T14:56:19.039" v="1345" actId="1038"/>
          <ac:grpSpMkLst>
            <pc:docMk/>
            <pc:sldMk cId="735388382" sldId="278"/>
            <ac:grpSpMk id="28" creationId="{F3BE8D50-452C-6456-9EC8-DD103E632F81}"/>
          </ac:grpSpMkLst>
        </pc:grpChg>
      </pc:sldChg>
      <pc:sldChg chg="addSp delSp modSp add mod">
        <pc:chgData name="Rahma Ghani" userId="791ab722-5eeb-498c-bbf5-3225dee9017e" providerId="ADAL" clId="{8970C66A-29AC-449B-8C4D-C9185E2DCC3F}" dt="2026-02-05T10:02:37.661" v="8358" actId="20577"/>
        <pc:sldMkLst>
          <pc:docMk/>
          <pc:sldMk cId="2754379246" sldId="282"/>
        </pc:sldMkLst>
        <pc:spChg chg="mod">
          <ac:chgData name="Rahma Ghani" userId="791ab722-5eeb-498c-bbf5-3225dee9017e" providerId="ADAL" clId="{8970C66A-29AC-449B-8C4D-C9185E2DCC3F}" dt="2026-02-05T10:01:42.401" v="8352" actId="790"/>
          <ac:spMkLst>
            <pc:docMk/>
            <pc:sldMk cId="2754379246" sldId="282"/>
            <ac:spMk id="2" creationId="{66BEF21B-4346-B0C2-83F5-9EF3C3C5B610}"/>
          </ac:spMkLst>
        </pc:spChg>
        <pc:spChg chg="add mod">
          <ac:chgData name="Rahma Ghani" userId="791ab722-5eeb-498c-bbf5-3225dee9017e" providerId="ADAL" clId="{8970C66A-29AC-449B-8C4D-C9185E2DCC3F}" dt="2026-02-05T10:02:37.661" v="8358" actId="20577"/>
          <ac:spMkLst>
            <pc:docMk/>
            <pc:sldMk cId="2754379246" sldId="282"/>
            <ac:spMk id="3" creationId="{D7FF4A0E-3FAE-AFB1-FEDB-93B4E834FC88}"/>
          </ac:spMkLst>
        </pc:spChg>
        <pc:spChg chg="mod">
          <ac:chgData name="Rahma Ghani" userId="791ab722-5eeb-498c-bbf5-3225dee9017e" providerId="ADAL" clId="{8970C66A-29AC-449B-8C4D-C9185E2DCC3F}" dt="2026-02-05T10:01:42.401" v="8352" actId="790"/>
          <ac:spMkLst>
            <pc:docMk/>
            <pc:sldMk cId="2754379246" sldId="282"/>
            <ac:spMk id="9" creationId="{367C9D7F-C223-0C7B-44BD-1FBDAE265738}"/>
          </ac:spMkLst>
        </pc:spChg>
        <pc:spChg chg="mod">
          <ac:chgData name="Rahma Ghani" userId="791ab722-5eeb-498c-bbf5-3225dee9017e" providerId="ADAL" clId="{8970C66A-29AC-449B-8C4D-C9185E2DCC3F}" dt="2026-02-05T10:01:42.401" v="8352" actId="790"/>
          <ac:spMkLst>
            <pc:docMk/>
            <pc:sldMk cId="2754379246" sldId="282"/>
            <ac:spMk id="11" creationId="{FD722035-27A7-4088-AD69-F9FF93B2A362}"/>
          </ac:spMkLst>
        </pc:spChg>
        <pc:spChg chg="mod">
          <ac:chgData name="Rahma Ghani" userId="791ab722-5eeb-498c-bbf5-3225dee9017e" providerId="ADAL" clId="{8970C66A-29AC-449B-8C4D-C9185E2DCC3F}" dt="2026-02-05T10:01:42.401" v="8352" actId="790"/>
          <ac:spMkLst>
            <pc:docMk/>
            <pc:sldMk cId="2754379246" sldId="282"/>
            <ac:spMk id="16" creationId="{27F212E7-E922-537C-6610-B41B41696B56}"/>
          </ac:spMkLst>
        </pc:spChg>
        <pc:spChg chg="mod">
          <ac:chgData name="Rahma Ghani" userId="791ab722-5eeb-498c-bbf5-3225dee9017e" providerId="ADAL" clId="{8970C66A-29AC-449B-8C4D-C9185E2DCC3F}" dt="2026-02-05T10:01:42.401" v="8352" actId="790"/>
          <ac:spMkLst>
            <pc:docMk/>
            <pc:sldMk cId="2754379246" sldId="282"/>
            <ac:spMk id="18" creationId="{A3B76CAA-BCA3-6C45-7EDB-DEAF8802B70C}"/>
          </ac:spMkLst>
        </pc:spChg>
        <pc:spChg chg="mod">
          <ac:chgData name="Rahma Ghani" userId="791ab722-5eeb-498c-bbf5-3225dee9017e" providerId="ADAL" clId="{8970C66A-29AC-449B-8C4D-C9185E2DCC3F}" dt="2026-02-05T10:01:42.401" v="8352" actId="790"/>
          <ac:spMkLst>
            <pc:docMk/>
            <pc:sldMk cId="2754379246" sldId="282"/>
            <ac:spMk id="20" creationId="{E2700DBB-9608-1447-9311-3F26D2E89C00}"/>
          </ac:spMkLst>
        </pc:spChg>
        <pc:spChg chg="mod">
          <ac:chgData name="Rahma Ghani" userId="791ab722-5eeb-498c-bbf5-3225dee9017e" providerId="ADAL" clId="{8970C66A-29AC-449B-8C4D-C9185E2DCC3F}" dt="2026-02-05T10:01:42.401" v="8352" actId="790"/>
          <ac:spMkLst>
            <pc:docMk/>
            <pc:sldMk cId="2754379246" sldId="282"/>
            <ac:spMk id="27" creationId="{9C699DC1-A0E8-6A95-6BD9-971616211AF4}"/>
          </ac:spMkLst>
        </pc:spChg>
        <pc:spChg chg="mod">
          <ac:chgData name="Rahma Ghani" userId="791ab722-5eeb-498c-bbf5-3225dee9017e" providerId="ADAL" clId="{8970C66A-29AC-449B-8C4D-C9185E2DCC3F}" dt="2026-02-05T10:01:42.401" v="8352" actId="790"/>
          <ac:spMkLst>
            <pc:docMk/>
            <pc:sldMk cId="2754379246" sldId="282"/>
            <ac:spMk id="29" creationId="{1458E3C0-7085-0DC4-708C-8CA7B1A75A9B}"/>
          </ac:spMkLst>
        </pc:spChg>
        <pc:spChg chg="mod">
          <ac:chgData name="Rahma Ghani" userId="791ab722-5eeb-498c-bbf5-3225dee9017e" providerId="ADAL" clId="{8970C66A-29AC-449B-8C4D-C9185E2DCC3F}" dt="2026-02-05T10:01:42.401" v="8352" actId="790"/>
          <ac:spMkLst>
            <pc:docMk/>
            <pc:sldMk cId="2754379246" sldId="282"/>
            <ac:spMk id="31" creationId="{65BB249A-918E-31A4-E90F-1E751C223235}"/>
          </ac:spMkLst>
        </pc:spChg>
        <pc:grpChg chg="mod">
          <ac:chgData name="Rahma Ghani" userId="791ab722-5eeb-498c-bbf5-3225dee9017e" providerId="ADAL" clId="{8970C66A-29AC-449B-8C4D-C9185E2DCC3F}" dt="2026-02-01T17:48:10.329" v="1938" actId="1035"/>
          <ac:grpSpMkLst>
            <pc:docMk/>
            <pc:sldMk cId="2754379246" sldId="282"/>
            <ac:grpSpMk id="12" creationId="{893D9D63-D731-0781-F294-24BFA15E3E14}"/>
          </ac:grpSpMkLst>
        </pc:grpChg>
        <pc:grpChg chg="mod">
          <ac:chgData name="Rahma Ghani" userId="791ab722-5eeb-498c-bbf5-3225dee9017e" providerId="ADAL" clId="{8970C66A-29AC-449B-8C4D-C9185E2DCC3F}" dt="2026-02-01T17:48:04.917" v="1934" actId="1036"/>
          <ac:grpSpMkLst>
            <pc:docMk/>
            <pc:sldMk cId="2754379246" sldId="282"/>
            <ac:grpSpMk id="14" creationId="{2F55006F-927B-6916-256C-7CAC32614FDE}"/>
          </ac:grpSpMkLst>
        </pc:grpChg>
        <pc:grpChg chg="mod">
          <ac:chgData name="Rahma Ghani" userId="791ab722-5eeb-498c-bbf5-3225dee9017e" providerId="ADAL" clId="{8970C66A-29AC-449B-8C4D-C9185E2DCC3F}" dt="2026-02-01T17:48:02.928" v="1932" actId="1037"/>
          <ac:grpSpMkLst>
            <pc:docMk/>
            <pc:sldMk cId="2754379246" sldId="282"/>
            <ac:grpSpMk id="21" creationId="{AAE7D740-0E97-B2AE-B6D5-41E2BA879C84}"/>
          </ac:grpSpMkLst>
        </pc:grpChg>
        <pc:grpChg chg="mod">
          <ac:chgData name="Rahma Ghani" userId="791ab722-5eeb-498c-bbf5-3225dee9017e" providerId="ADAL" clId="{8970C66A-29AC-449B-8C4D-C9185E2DCC3F}" dt="2026-02-01T17:48:07.190" v="1936" actId="1038"/>
          <ac:grpSpMkLst>
            <pc:docMk/>
            <pc:sldMk cId="2754379246" sldId="282"/>
            <ac:grpSpMk id="28" creationId="{2421AA78-F01D-4DE9-0A99-C32ADE7C4294}"/>
          </ac:grpSpMkLst>
        </pc:grpChg>
      </pc:sldChg>
      <pc:sldChg chg="addSp delSp modSp add mod">
        <pc:chgData name="Rahma Ghani" userId="791ab722-5eeb-498c-bbf5-3225dee9017e" providerId="ADAL" clId="{8970C66A-29AC-449B-8C4D-C9185E2DCC3F}" dt="2026-02-05T10:01:42.401" v="8352" actId="790"/>
        <pc:sldMkLst>
          <pc:docMk/>
          <pc:sldMk cId="773082098" sldId="283"/>
        </pc:sldMkLst>
        <pc:spChg chg="add mod">
          <ac:chgData name="Rahma Ghani" userId="791ab722-5eeb-498c-bbf5-3225dee9017e" providerId="ADAL" clId="{8970C66A-29AC-449B-8C4D-C9185E2DCC3F}" dt="2026-02-01T21:38:29.241" v="4005" actId="1076"/>
          <ac:spMkLst>
            <pc:docMk/>
            <pc:sldMk cId="773082098" sldId="283"/>
            <ac:spMk id="4" creationId="{785C0803-B370-F595-319F-8DBCAD7018FB}"/>
          </ac:spMkLst>
        </pc:spChg>
        <pc:spChg chg="mod">
          <ac:chgData name="Rahma Ghani" userId="791ab722-5eeb-498c-bbf5-3225dee9017e" providerId="ADAL" clId="{8970C66A-29AC-449B-8C4D-C9185E2DCC3F}" dt="2026-02-05T10:01:42.401" v="8352" actId="790"/>
          <ac:spMkLst>
            <pc:docMk/>
            <pc:sldMk cId="773082098" sldId="283"/>
            <ac:spMk id="6" creationId="{25B50ECD-74AC-39DA-8564-1928785A3B1A}"/>
          </ac:spMkLst>
        </pc:spChg>
        <pc:spChg chg="mod">
          <ac:chgData name="Rahma Ghani" userId="791ab722-5eeb-498c-bbf5-3225dee9017e" providerId="ADAL" clId="{8970C66A-29AC-449B-8C4D-C9185E2DCC3F}" dt="2026-02-05T10:01:42.401" v="8352" actId="790"/>
          <ac:spMkLst>
            <pc:docMk/>
            <pc:sldMk cId="773082098" sldId="283"/>
            <ac:spMk id="7" creationId="{61DDF940-BC63-2A9E-F116-250D151A14EB}"/>
          </ac:spMkLst>
        </pc:spChg>
        <pc:spChg chg="mod">
          <ac:chgData name="Rahma Ghani" userId="791ab722-5eeb-498c-bbf5-3225dee9017e" providerId="ADAL" clId="{8970C66A-29AC-449B-8C4D-C9185E2DCC3F}" dt="2026-02-05T10:01:42.401" v="8352" actId="790"/>
          <ac:spMkLst>
            <pc:docMk/>
            <pc:sldMk cId="773082098" sldId="283"/>
            <ac:spMk id="8" creationId="{1674DCD3-6D13-2FD2-55E2-4516545C9B7C}"/>
          </ac:spMkLst>
        </pc:spChg>
        <pc:spChg chg="mod">
          <ac:chgData name="Rahma Ghani" userId="791ab722-5eeb-498c-bbf5-3225dee9017e" providerId="ADAL" clId="{8970C66A-29AC-449B-8C4D-C9185E2DCC3F}" dt="2026-02-05T10:01:42.401" v="8352" actId="790"/>
          <ac:spMkLst>
            <pc:docMk/>
            <pc:sldMk cId="773082098" sldId="283"/>
            <ac:spMk id="10" creationId="{17B5D29B-82ED-FB54-B0B6-E7A772394FE6}"/>
          </ac:spMkLst>
        </pc:spChg>
        <pc:spChg chg="add mod">
          <ac:chgData name="Rahma Ghani" userId="791ab722-5eeb-498c-bbf5-3225dee9017e" providerId="ADAL" clId="{8970C66A-29AC-449B-8C4D-C9185E2DCC3F}" dt="2026-02-01T21:38:23.915" v="4004" actId="1076"/>
          <ac:spMkLst>
            <pc:docMk/>
            <pc:sldMk cId="773082098" sldId="283"/>
            <ac:spMk id="13" creationId="{F4F5480E-7A82-971E-5B22-487AE4E2AFB0}"/>
          </ac:spMkLst>
        </pc:spChg>
        <pc:spChg chg="mod">
          <ac:chgData name="Rahma Ghani" userId="791ab722-5eeb-498c-bbf5-3225dee9017e" providerId="ADAL" clId="{8970C66A-29AC-449B-8C4D-C9185E2DCC3F}" dt="2026-02-05T10:01:42.401" v="8352" actId="790"/>
          <ac:spMkLst>
            <pc:docMk/>
            <pc:sldMk cId="773082098" sldId="283"/>
            <ac:spMk id="15" creationId="{BA9EE700-FC04-E8D6-4063-764A6C03A941}"/>
          </ac:spMkLst>
        </pc:spChg>
        <pc:spChg chg="mod">
          <ac:chgData name="Rahma Ghani" userId="791ab722-5eeb-498c-bbf5-3225dee9017e" providerId="ADAL" clId="{8970C66A-29AC-449B-8C4D-C9185E2DCC3F}" dt="2026-02-05T10:01:42.401" v="8352" actId="790"/>
          <ac:spMkLst>
            <pc:docMk/>
            <pc:sldMk cId="773082098" sldId="283"/>
            <ac:spMk id="17" creationId="{0B39F3F0-409F-5318-6102-F494DF9BF908}"/>
          </ac:spMkLst>
        </pc:spChg>
        <pc:spChg chg="mod">
          <ac:chgData name="Rahma Ghani" userId="791ab722-5eeb-498c-bbf5-3225dee9017e" providerId="ADAL" clId="{8970C66A-29AC-449B-8C4D-C9185E2DCC3F}" dt="2026-02-05T10:01:42.401" v="8352" actId="790"/>
          <ac:spMkLst>
            <pc:docMk/>
            <pc:sldMk cId="773082098" sldId="283"/>
            <ac:spMk id="23" creationId="{C152FE59-E122-BD4D-AF9D-CC4C760CB32F}"/>
          </ac:spMkLst>
        </pc:spChg>
        <pc:spChg chg="mod">
          <ac:chgData name="Rahma Ghani" userId="791ab722-5eeb-498c-bbf5-3225dee9017e" providerId="ADAL" clId="{8970C66A-29AC-449B-8C4D-C9185E2DCC3F}" dt="2026-02-05T10:01:42.401" v="8352" actId="790"/>
          <ac:spMkLst>
            <pc:docMk/>
            <pc:sldMk cId="773082098" sldId="283"/>
            <ac:spMk id="27" creationId="{58EE6EE7-A36B-3A46-3DA5-C98BDEBAA817}"/>
          </ac:spMkLst>
        </pc:spChg>
        <pc:spChg chg="mod">
          <ac:chgData name="Rahma Ghani" userId="791ab722-5eeb-498c-bbf5-3225dee9017e" providerId="ADAL" clId="{8970C66A-29AC-449B-8C4D-C9185E2DCC3F}" dt="2026-02-05T10:01:42.401" v="8352" actId="790"/>
          <ac:spMkLst>
            <pc:docMk/>
            <pc:sldMk cId="773082098" sldId="283"/>
            <ac:spMk id="32" creationId="{9E2E369B-8354-355E-B373-19862A8ED92D}"/>
          </ac:spMkLst>
        </pc:spChg>
        <pc:spChg chg="mod">
          <ac:chgData name="Rahma Ghani" userId="791ab722-5eeb-498c-bbf5-3225dee9017e" providerId="ADAL" clId="{8970C66A-29AC-449B-8C4D-C9185E2DCC3F}" dt="2026-02-05T10:01:42.401" v="8352" actId="790"/>
          <ac:spMkLst>
            <pc:docMk/>
            <pc:sldMk cId="773082098" sldId="283"/>
            <ac:spMk id="34" creationId="{E5D79608-DE29-410A-55F4-DE82DE8E8696}"/>
          </ac:spMkLst>
        </pc:spChg>
        <pc:grpChg chg="mod">
          <ac:chgData name="Rahma Ghani" userId="791ab722-5eeb-498c-bbf5-3225dee9017e" providerId="ADAL" clId="{8970C66A-29AC-449B-8C4D-C9185E2DCC3F}" dt="2026-02-01T21:17:09.168" v="2476" actId="1035"/>
          <ac:grpSpMkLst>
            <pc:docMk/>
            <pc:sldMk cId="773082098" sldId="283"/>
            <ac:grpSpMk id="12" creationId="{78447FD6-4FEF-AC1D-3867-C1F6E32117A2}"/>
          </ac:grpSpMkLst>
        </pc:grpChg>
        <pc:grpChg chg="mod">
          <ac:chgData name="Rahma Ghani" userId="791ab722-5eeb-498c-bbf5-3225dee9017e" providerId="ADAL" clId="{8970C66A-29AC-449B-8C4D-C9185E2DCC3F}" dt="2026-02-01T21:16:53.283" v="2472" actId="1036"/>
          <ac:grpSpMkLst>
            <pc:docMk/>
            <pc:sldMk cId="773082098" sldId="283"/>
            <ac:grpSpMk id="14" creationId="{D9362C56-8834-FCCD-96D2-B40E94CBC1FD}"/>
          </ac:grpSpMkLst>
        </pc:grpChg>
        <pc:grpChg chg="mod">
          <ac:chgData name="Rahma Ghani" userId="791ab722-5eeb-498c-bbf5-3225dee9017e" providerId="ADAL" clId="{8970C66A-29AC-449B-8C4D-C9185E2DCC3F}" dt="2026-02-01T21:16:51.118" v="2470" actId="1037"/>
          <ac:grpSpMkLst>
            <pc:docMk/>
            <pc:sldMk cId="773082098" sldId="283"/>
            <ac:grpSpMk id="21" creationId="{BA016F83-CAD2-40E6-582C-AFD3F58F0335}"/>
          </ac:grpSpMkLst>
        </pc:grpChg>
        <pc:grpChg chg="mod">
          <ac:chgData name="Rahma Ghani" userId="791ab722-5eeb-498c-bbf5-3225dee9017e" providerId="ADAL" clId="{8970C66A-29AC-449B-8C4D-C9185E2DCC3F}" dt="2026-02-01T21:16:55.684" v="2474" actId="1038"/>
          <ac:grpSpMkLst>
            <pc:docMk/>
            <pc:sldMk cId="773082098" sldId="283"/>
            <ac:grpSpMk id="28" creationId="{D1C7DDEB-0B71-F8C7-6E1D-3E25AF63071D}"/>
          </ac:grpSpMkLst>
        </pc:grpChg>
        <pc:picChg chg="add mod modCrop">
          <ac:chgData name="Rahma Ghani" userId="791ab722-5eeb-498c-bbf5-3225dee9017e" providerId="ADAL" clId="{8970C66A-29AC-449B-8C4D-C9185E2DCC3F}" dt="2026-02-01T21:38:45.434" v="4006" actId="14100"/>
          <ac:picMkLst>
            <pc:docMk/>
            <pc:sldMk cId="773082098" sldId="283"/>
            <ac:picMk id="2" creationId="{84853F4A-2B52-7492-145D-F94F08F3893E}"/>
          </ac:picMkLst>
        </pc:picChg>
      </pc:sldChg>
      <pc:sldChg chg="addSp delSp modSp add mod">
        <pc:chgData name="Rahma Ghani" userId="791ab722-5eeb-498c-bbf5-3225dee9017e" providerId="ADAL" clId="{8970C66A-29AC-449B-8C4D-C9185E2DCC3F}" dt="2026-02-05T10:01:42.401" v="8352" actId="790"/>
        <pc:sldMkLst>
          <pc:docMk/>
          <pc:sldMk cId="3987095977" sldId="284"/>
        </pc:sldMkLst>
        <pc:spChg chg="mod">
          <ac:chgData name="Rahma Ghani" userId="791ab722-5eeb-498c-bbf5-3225dee9017e" providerId="ADAL" clId="{8970C66A-29AC-449B-8C4D-C9185E2DCC3F}" dt="2026-02-05T10:01:42.401" v="8352" actId="790"/>
          <ac:spMkLst>
            <pc:docMk/>
            <pc:sldMk cId="3987095977" sldId="284"/>
            <ac:spMk id="4" creationId="{E537F2F8-E0CE-F738-3884-7CDA4BB64B1F}"/>
          </ac:spMkLst>
        </pc:spChg>
        <pc:spChg chg="add mod">
          <ac:chgData name="Rahma Ghani" userId="791ab722-5eeb-498c-bbf5-3225dee9017e" providerId="ADAL" clId="{8970C66A-29AC-449B-8C4D-C9185E2DCC3F}" dt="2026-02-05T10:01:42.401" v="8352" actId="790"/>
          <ac:spMkLst>
            <pc:docMk/>
            <pc:sldMk cId="3987095977" sldId="284"/>
            <ac:spMk id="5" creationId="{BF90D3DB-B42F-D3D3-9810-09D16B720E25}"/>
          </ac:spMkLst>
        </pc:spChg>
        <pc:spChg chg="mod">
          <ac:chgData name="Rahma Ghani" userId="791ab722-5eeb-498c-bbf5-3225dee9017e" providerId="ADAL" clId="{8970C66A-29AC-449B-8C4D-C9185E2DCC3F}" dt="2026-02-05T10:01:42.401" v="8352" actId="790"/>
          <ac:spMkLst>
            <pc:docMk/>
            <pc:sldMk cId="3987095977" sldId="284"/>
            <ac:spMk id="6" creationId="{F0314CE9-3944-6128-D87A-EA829B43F3F7}"/>
          </ac:spMkLst>
        </pc:spChg>
        <pc:spChg chg="mod">
          <ac:chgData name="Rahma Ghani" userId="791ab722-5eeb-498c-bbf5-3225dee9017e" providerId="ADAL" clId="{8970C66A-29AC-449B-8C4D-C9185E2DCC3F}" dt="2026-02-05T10:01:42.401" v="8352" actId="790"/>
          <ac:spMkLst>
            <pc:docMk/>
            <pc:sldMk cId="3987095977" sldId="284"/>
            <ac:spMk id="8" creationId="{A3A948BD-6A00-D8D3-658D-1DC77DE890AC}"/>
          </ac:spMkLst>
        </pc:spChg>
        <pc:spChg chg="mod">
          <ac:chgData name="Rahma Ghani" userId="791ab722-5eeb-498c-bbf5-3225dee9017e" providerId="ADAL" clId="{8970C66A-29AC-449B-8C4D-C9185E2DCC3F}" dt="2026-02-05T10:01:42.401" v="8352" actId="790"/>
          <ac:spMkLst>
            <pc:docMk/>
            <pc:sldMk cId="3987095977" sldId="284"/>
            <ac:spMk id="10" creationId="{C325E96F-226E-2351-ECD8-AA454390EF3C}"/>
          </ac:spMkLst>
        </pc:spChg>
        <pc:spChg chg="mod">
          <ac:chgData name="Rahma Ghani" userId="791ab722-5eeb-498c-bbf5-3225dee9017e" providerId="ADAL" clId="{8970C66A-29AC-449B-8C4D-C9185E2DCC3F}" dt="2026-02-05T10:01:42.401" v="8352" actId="790"/>
          <ac:spMkLst>
            <pc:docMk/>
            <pc:sldMk cId="3987095977" sldId="284"/>
            <ac:spMk id="19" creationId="{751186A9-DF75-A7B3-D728-C1DF31FDE730}"/>
          </ac:spMkLst>
        </pc:spChg>
        <pc:spChg chg="mod">
          <ac:chgData name="Rahma Ghani" userId="791ab722-5eeb-498c-bbf5-3225dee9017e" providerId="ADAL" clId="{8970C66A-29AC-449B-8C4D-C9185E2DCC3F}" dt="2026-02-05T10:01:42.401" v="8352" actId="790"/>
          <ac:spMkLst>
            <pc:docMk/>
            <pc:sldMk cId="3987095977" sldId="284"/>
            <ac:spMk id="24" creationId="{8C2FD0B6-5CED-DBBD-E37F-C0A6739DEAD9}"/>
          </ac:spMkLst>
        </pc:spChg>
        <pc:spChg chg="mod">
          <ac:chgData name="Rahma Ghani" userId="791ab722-5eeb-498c-bbf5-3225dee9017e" providerId="ADAL" clId="{8970C66A-29AC-449B-8C4D-C9185E2DCC3F}" dt="2026-02-05T10:01:42.401" v="8352" actId="790"/>
          <ac:spMkLst>
            <pc:docMk/>
            <pc:sldMk cId="3987095977" sldId="284"/>
            <ac:spMk id="25" creationId="{E2ADB756-B798-FD92-45FE-826886FD0E62}"/>
          </ac:spMkLst>
        </pc:spChg>
        <pc:spChg chg="mod">
          <ac:chgData name="Rahma Ghani" userId="791ab722-5eeb-498c-bbf5-3225dee9017e" providerId="ADAL" clId="{8970C66A-29AC-449B-8C4D-C9185E2DCC3F}" dt="2026-02-05T10:01:42.401" v="8352" actId="790"/>
          <ac:spMkLst>
            <pc:docMk/>
            <pc:sldMk cId="3987095977" sldId="284"/>
            <ac:spMk id="29" creationId="{2713E96A-1B8D-6BC6-34D4-0DAA2DC87F4A}"/>
          </ac:spMkLst>
        </pc:spChg>
        <pc:spChg chg="mod">
          <ac:chgData name="Rahma Ghani" userId="791ab722-5eeb-498c-bbf5-3225dee9017e" providerId="ADAL" clId="{8970C66A-29AC-449B-8C4D-C9185E2DCC3F}" dt="2026-02-05T10:01:42.401" v="8352" actId="790"/>
          <ac:spMkLst>
            <pc:docMk/>
            <pc:sldMk cId="3987095977" sldId="284"/>
            <ac:spMk id="33" creationId="{F8FD18A6-34B3-FE62-D37B-6312F1AE3E61}"/>
          </ac:spMkLst>
        </pc:spChg>
        <pc:grpChg chg="mod">
          <ac:chgData name="Rahma Ghani" userId="791ab722-5eeb-498c-bbf5-3225dee9017e" providerId="ADAL" clId="{8970C66A-29AC-449B-8C4D-C9185E2DCC3F}" dt="2026-02-01T21:29:07.515" v="3223" actId="1035"/>
          <ac:grpSpMkLst>
            <pc:docMk/>
            <pc:sldMk cId="3987095977" sldId="284"/>
            <ac:grpSpMk id="12" creationId="{8A6382B4-590F-8E59-D680-38FA6D5BACB9}"/>
          </ac:grpSpMkLst>
        </pc:grpChg>
        <pc:grpChg chg="mod">
          <ac:chgData name="Rahma Ghani" userId="791ab722-5eeb-498c-bbf5-3225dee9017e" providerId="ADAL" clId="{8970C66A-29AC-449B-8C4D-C9185E2DCC3F}" dt="2026-02-01T21:29:02.592" v="3219" actId="1036"/>
          <ac:grpSpMkLst>
            <pc:docMk/>
            <pc:sldMk cId="3987095977" sldId="284"/>
            <ac:grpSpMk id="14" creationId="{C711EDA7-9F87-BDBF-D4CA-6878CC17CBB0}"/>
          </ac:grpSpMkLst>
        </pc:grpChg>
        <pc:grpChg chg="mod">
          <ac:chgData name="Rahma Ghani" userId="791ab722-5eeb-498c-bbf5-3225dee9017e" providerId="ADAL" clId="{8970C66A-29AC-449B-8C4D-C9185E2DCC3F}" dt="2026-02-01T21:29:00.064" v="3217" actId="1037"/>
          <ac:grpSpMkLst>
            <pc:docMk/>
            <pc:sldMk cId="3987095977" sldId="284"/>
            <ac:grpSpMk id="21" creationId="{440E7AA5-0D5C-E044-4AD9-9BE2B423F727}"/>
          </ac:grpSpMkLst>
        </pc:grpChg>
        <pc:grpChg chg="mod">
          <ac:chgData name="Rahma Ghani" userId="791ab722-5eeb-498c-bbf5-3225dee9017e" providerId="ADAL" clId="{8970C66A-29AC-449B-8C4D-C9185E2DCC3F}" dt="2026-02-01T21:29:04.703" v="3221" actId="1038"/>
          <ac:grpSpMkLst>
            <pc:docMk/>
            <pc:sldMk cId="3987095977" sldId="284"/>
            <ac:grpSpMk id="28" creationId="{741BA329-7808-63EE-B21D-36CE4C34FFEF}"/>
          </ac:grpSpMkLst>
        </pc:grpChg>
        <pc:picChg chg="add mod modCrop">
          <ac:chgData name="Rahma Ghani" userId="791ab722-5eeb-498c-bbf5-3225dee9017e" providerId="ADAL" clId="{8970C66A-29AC-449B-8C4D-C9185E2DCC3F}" dt="2026-02-01T21:36:05.014" v="3979" actId="1076"/>
          <ac:picMkLst>
            <pc:docMk/>
            <pc:sldMk cId="3987095977" sldId="284"/>
            <ac:picMk id="3" creationId="{E7F932BF-8E6C-48E6-1867-610F27B21D2A}"/>
          </ac:picMkLst>
        </pc:picChg>
      </pc:sldChg>
      <pc:sldChg chg="addSp delSp modSp add mod">
        <pc:chgData name="Rahma Ghani" userId="791ab722-5eeb-498c-bbf5-3225dee9017e" providerId="ADAL" clId="{8970C66A-29AC-449B-8C4D-C9185E2DCC3F}" dt="2026-02-05T10:03:15.590" v="8360" actId="20577"/>
        <pc:sldMkLst>
          <pc:docMk/>
          <pc:sldMk cId="4201866002" sldId="285"/>
        </pc:sldMkLst>
        <pc:spChg chg="mod">
          <ac:chgData name="Rahma Ghani" userId="791ab722-5eeb-498c-bbf5-3225dee9017e" providerId="ADAL" clId="{8970C66A-29AC-449B-8C4D-C9185E2DCC3F}" dt="2026-02-05T10:01:42.401" v="8352" actId="790"/>
          <ac:spMkLst>
            <pc:docMk/>
            <pc:sldMk cId="4201866002" sldId="285"/>
            <ac:spMk id="4" creationId="{F127F819-6E8A-0D82-5E2A-35DB193CE646}"/>
          </ac:spMkLst>
        </pc:spChg>
        <pc:spChg chg="mod">
          <ac:chgData name="Rahma Ghani" userId="791ab722-5eeb-498c-bbf5-3225dee9017e" providerId="ADAL" clId="{8970C66A-29AC-449B-8C4D-C9185E2DCC3F}" dt="2026-02-05T10:01:42.401" v="8352" actId="790"/>
          <ac:spMkLst>
            <pc:docMk/>
            <pc:sldMk cId="4201866002" sldId="285"/>
            <ac:spMk id="8" creationId="{7E976972-2C00-7B1D-4448-4852AACAD09C}"/>
          </ac:spMkLst>
        </pc:spChg>
        <pc:spChg chg="mod">
          <ac:chgData name="Rahma Ghani" userId="791ab722-5eeb-498c-bbf5-3225dee9017e" providerId="ADAL" clId="{8970C66A-29AC-449B-8C4D-C9185E2DCC3F}" dt="2026-02-05T10:01:42.401" v="8352" actId="790"/>
          <ac:spMkLst>
            <pc:docMk/>
            <pc:sldMk cId="4201866002" sldId="285"/>
            <ac:spMk id="9" creationId="{DBD08DCD-F133-D3CF-037D-7FD9071F19AF}"/>
          </ac:spMkLst>
        </pc:spChg>
        <pc:spChg chg="mod">
          <ac:chgData name="Rahma Ghani" userId="791ab722-5eeb-498c-bbf5-3225dee9017e" providerId="ADAL" clId="{8970C66A-29AC-449B-8C4D-C9185E2DCC3F}" dt="2026-02-05T10:01:42.401" v="8352" actId="790"/>
          <ac:spMkLst>
            <pc:docMk/>
            <pc:sldMk cId="4201866002" sldId="285"/>
            <ac:spMk id="10" creationId="{062BDD1A-55CD-EA9C-E777-C339FF70E8F3}"/>
          </ac:spMkLst>
        </pc:spChg>
        <pc:spChg chg="add mod">
          <ac:chgData name="Rahma Ghani" userId="791ab722-5eeb-498c-bbf5-3225dee9017e" providerId="ADAL" clId="{8970C66A-29AC-449B-8C4D-C9185E2DCC3F}" dt="2026-02-05T10:03:15.590" v="8360" actId="20577"/>
          <ac:spMkLst>
            <pc:docMk/>
            <pc:sldMk cId="4201866002" sldId="285"/>
            <ac:spMk id="13" creationId="{0AFFB349-8EF5-8840-EFEA-71FC99107A06}"/>
          </ac:spMkLst>
        </pc:spChg>
        <pc:spChg chg="mod">
          <ac:chgData name="Rahma Ghani" userId="791ab722-5eeb-498c-bbf5-3225dee9017e" providerId="ADAL" clId="{8970C66A-29AC-449B-8C4D-C9185E2DCC3F}" dt="2026-02-05T10:01:42.401" v="8352" actId="790"/>
          <ac:spMkLst>
            <pc:docMk/>
            <pc:sldMk cId="4201866002" sldId="285"/>
            <ac:spMk id="23" creationId="{74A3FB8D-75E7-DE68-0FE4-B177DF025478}"/>
          </ac:spMkLst>
        </pc:spChg>
        <pc:spChg chg="mod">
          <ac:chgData name="Rahma Ghani" userId="791ab722-5eeb-498c-bbf5-3225dee9017e" providerId="ADAL" clId="{8970C66A-29AC-449B-8C4D-C9185E2DCC3F}" dt="2026-02-05T10:01:42.401" v="8352" actId="790"/>
          <ac:spMkLst>
            <pc:docMk/>
            <pc:sldMk cId="4201866002" sldId="285"/>
            <ac:spMk id="24" creationId="{B0F5D7EB-6BAA-1305-46A7-263B5CD6A497}"/>
          </ac:spMkLst>
        </pc:spChg>
        <pc:spChg chg="mod">
          <ac:chgData name="Rahma Ghani" userId="791ab722-5eeb-498c-bbf5-3225dee9017e" providerId="ADAL" clId="{8970C66A-29AC-449B-8C4D-C9185E2DCC3F}" dt="2026-02-05T10:01:42.401" v="8352" actId="790"/>
          <ac:spMkLst>
            <pc:docMk/>
            <pc:sldMk cId="4201866002" sldId="285"/>
            <ac:spMk id="25" creationId="{3A33F871-6044-2611-B461-BC1A0210D2F8}"/>
          </ac:spMkLst>
        </pc:spChg>
        <pc:spChg chg="mod">
          <ac:chgData name="Rahma Ghani" userId="791ab722-5eeb-498c-bbf5-3225dee9017e" providerId="ADAL" clId="{8970C66A-29AC-449B-8C4D-C9185E2DCC3F}" dt="2026-02-05T10:01:42.401" v="8352" actId="790"/>
          <ac:spMkLst>
            <pc:docMk/>
            <pc:sldMk cId="4201866002" sldId="285"/>
            <ac:spMk id="32" creationId="{910FBA44-40CF-AE88-E945-1E496C55BE64}"/>
          </ac:spMkLst>
        </pc:spChg>
        <pc:spChg chg="mod">
          <ac:chgData name="Rahma Ghani" userId="791ab722-5eeb-498c-bbf5-3225dee9017e" providerId="ADAL" clId="{8970C66A-29AC-449B-8C4D-C9185E2DCC3F}" dt="2026-02-05T10:01:42.401" v="8352" actId="790"/>
          <ac:spMkLst>
            <pc:docMk/>
            <pc:sldMk cId="4201866002" sldId="285"/>
            <ac:spMk id="34" creationId="{C24FF70E-B73A-8667-FD53-F55FF42F4A48}"/>
          </ac:spMkLst>
        </pc:spChg>
        <pc:grpChg chg="mod">
          <ac:chgData name="Rahma Ghani" userId="791ab722-5eeb-498c-bbf5-3225dee9017e" providerId="ADAL" clId="{8970C66A-29AC-449B-8C4D-C9185E2DCC3F}" dt="2026-02-04T22:50:35.729" v="6991" actId="1035"/>
          <ac:grpSpMkLst>
            <pc:docMk/>
            <pc:sldMk cId="4201866002" sldId="285"/>
            <ac:grpSpMk id="12" creationId="{736297B2-1F51-AEDE-BA58-2FD3FB33BC45}"/>
          </ac:grpSpMkLst>
        </pc:grpChg>
        <pc:grpChg chg="mod">
          <ac:chgData name="Rahma Ghani" userId="791ab722-5eeb-498c-bbf5-3225dee9017e" providerId="ADAL" clId="{8970C66A-29AC-449B-8C4D-C9185E2DCC3F}" dt="2026-02-04T22:50:30.465" v="6984" actId="1036"/>
          <ac:grpSpMkLst>
            <pc:docMk/>
            <pc:sldMk cId="4201866002" sldId="285"/>
            <ac:grpSpMk id="14" creationId="{3EF96BF9-1EBF-53CC-8C82-4473B0D345D8}"/>
          </ac:grpSpMkLst>
        </pc:grpChg>
        <pc:grpChg chg="mod">
          <ac:chgData name="Rahma Ghani" userId="791ab722-5eeb-498c-bbf5-3225dee9017e" providerId="ADAL" clId="{8970C66A-29AC-449B-8C4D-C9185E2DCC3F}" dt="2026-02-04T22:50:26.318" v="6982" actId="1037"/>
          <ac:grpSpMkLst>
            <pc:docMk/>
            <pc:sldMk cId="4201866002" sldId="285"/>
            <ac:grpSpMk id="21" creationId="{A2983B8D-21A1-F4A6-1138-D84BFF13730E}"/>
          </ac:grpSpMkLst>
        </pc:grpChg>
        <pc:grpChg chg="mod">
          <ac:chgData name="Rahma Ghani" userId="791ab722-5eeb-498c-bbf5-3225dee9017e" providerId="ADAL" clId="{8970C66A-29AC-449B-8C4D-C9185E2DCC3F}" dt="2026-02-04T22:50:33.195" v="6987" actId="1038"/>
          <ac:grpSpMkLst>
            <pc:docMk/>
            <pc:sldMk cId="4201866002" sldId="285"/>
            <ac:grpSpMk id="28" creationId="{CFEC8600-1EF2-69A1-9785-700B5CC6AE30}"/>
          </ac:grpSpMkLst>
        </pc:grpChg>
        <pc:picChg chg="add mod">
          <ac:chgData name="Rahma Ghani" userId="791ab722-5eeb-498c-bbf5-3225dee9017e" providerId="ADAL" clId="{8970C66A-29AC-449B-8C4D-C9185E2DCC3F}" dt="2026-02-01T21:57:40.641" v="4015" actId="14100"/>
          <ac:picMkLst>
            <pc:docMk/>
            <pc:sldMk cId="4201866002" sldId="285"/>
            <ac:picMk id="2" creationId="{0870044A-FF52-79F4-3BB4-4F527A23DEFB}"/>
          </ac:picMkLst>
        </pc:picChg>
      </pc:sldChg>
      <pc:sldChg chg="addSp delSp modSp add mod">
        <pc:chgData name="Rahma Ghani" userId="791ab722-5eeb-498c-bbf5-3225dee9017e" providerId="ADAL" clId="{8970C66A-29AC-449B-8C4D-C9185E2DCC3F}" dt="2026-02-05T10:01:42.401" v="8352" actId="790"/>
        <pc:sldMkLst>
          <pc:docMk/>
          <pc:sldMk cId="4129357293" sldId="286"/>
        </pc:sldMkLst>
        <pc:spChg chg="mod">
          <ac:chgData name="Rahma Ghani" userId="791ab722-5eeb-498c-bbf5-3225dee9017e" providerId="ADAL" clId="{8970C66A-29AC-449B-8C4D-C9185E2DCC3F}" dt="2026-02-05T10:01:42.401" v="8352" actId="790"/>
          <ac:spMkLst>
            <pc:docMk/>
            <pc:sldMk cId="4129357293" sldId="286"/>
            <ac:spMk id="6" creationId="{5D3701B5-472B-22E2-1CF8-8CF7EBDB718B}"/>
          </ac:spMkLst>
        </pc:spChg>
        <pc:spChg chg="mod">
          <ac:chgData name="Rahma Ghani" userId="791ab722-5eeb-498c-bbf5-3225dee9017e" providerId="ADAL" clId="{8970C66A-29AC-449B-8C4D-C9185E2DCC3F}" dt="2026-02-05T10:01:42.401" v="8352" actId="790"/>
          <ac:spMkLst>
            <pc:docMk/>
            <pc:sldMk cId="4129357293" sldId="286"/>
            <ac:spMk id="7" creationId="{737539F8-2317-70D4-3EDE-88563B523E7F}"/>
          </ac:spMkLst>
        </pc:spChg>
        <pc:spChg chg="mod">
          <ac:chgData name="Rahma Ghani" userId="791ab722-5eeb-498c-bbf5-3225dee9017e" providerId="ADAL" clId="{8970C66A-29AC-449B-8C4D-C9185E2DCC3F}" dt="2026-02-05T10:01:42.401" v="8352" actId="790"/>
          <ac:spMkLst>
            <pc:docMk/>
            <pc:sldMk cId="4129357293" sldId="286"/>
            <ac:spMk id="9" creationId="{4DD03A51-B6A8-3A9A-DAC9-E37721EFD765}"/>
          </ac:spMkLst>
        </pc:spChg>
        <pc:spChg chg="mod">
          <ac:chgData name="Rahma Ghani" userId="791ab722-5eeb-498c-bbf5-3225dee9017e" providerId="ADAL" clId="{8970C66A-29AC-449B-8C4D-C9185E2DCC3F}" dt="2026-02-05T10:01:42.401" v="8352" actId="790"/>
          <ac:spMkLst>
            <pc:docMk/>
            <pc:sldMk cId="4129357293" sldId="286"/>
            <ac:spMk id="11" creationId="{D169FD70-16AC-4B20-BFAA-0BB7901637F9}"/>
          </ac:spMkLst>
        </pc:spChg>
        <pc:spChg chg="mod">
          <ac:chgData name="Rahma Ghani" userId="791ab722-5eeb-498c-bbf5-3225dee9017e" providerId="ADAL" clId="{8970C66A-29AC-449B-8C4D-C9185E2DCC3F}" dt="2026-02-05T10:01:42.401" v="8352" actId="790"/>
          <ac:spMkLst>
            <pc:docMk/>
            <pc:sldMk cId="4129357293" sldId="286"/>
            <ac:spMk id="17" creationId="{D7B80693-7C3F-7F0F-3985-5ACB2FE20F9E}"/>
          </ac:spMkLst>
        </pc:spChg>
        <pc:spChg chg="mod">
          <ac:chgData name="Rahma Ghani" userId="791ab722-5eeb-498c-bbf5-3225dee9017e" providerId="ADAL" clId="{8970C66A-29AC-449B-8C4D-C9185E2DCC3F}" dt="2026-02-05T10:01:42.401" v="8352" actId="790"/>
          <ac:spMkLst>
            <pc:docMk/>
            <pc:sldMk cId="4129357293" sldId="286"/>
            <ac:spMk id="19" creationId="{34FA919E-E25B-79A3-6A9E-178DB9507061}"/>
          </ac:spMkLst>
        </pc:spChg>
        <pc:spChg chg="mod">
          <ac:chgData name="Rahma Ghani" userId="791ab722-5eeb-498c-bbf5-3225dee9017e" providerId="ADAL" clId="{8970C66A-29AC-449B-8C4D-C9185E2DCC3F}" dt="2026-02-05T10:01:42.401" v="8352" actId="790"/>
          <ac:spMkLst>
            <pc:docMk/>
            <pc:sldMk cId="4129357293" sldId="286"/>
            <ac:spMk id="23" creationId="{F20E4E96-D506-E195-71AE-072309510A41}"/>
          </ac:spMkLst>
        </pc:spChg>
        <pc:spChg chg="mod">
          <ac:chgData name="Rahma Ghani" userId="791ab722-5eeb-498c-bbf5-3225dee9017e" providerId="ADAL" clId="{8970C66A-29AC-449B-8C4D-C9185E2DCC3F}" dt="2026-02-05T10:01:42.401" v="8352" actId="790"/>
          <ac:spMkLst>
            <pc:docMk/>
            <pc:sldMk cId="4129357293" sldId="286"/>
            <ac:spMk id="25" creationId="{4D379ECB-F045-03E7-6E89-E3DD271B1062}"/>
          </ac:spMkLst>
        </pc:spChg>
        <pc:spChg chg="mod">
          <ac:chgData name="Rahma Ghani" userId="791ab722-5eeb-498c-bbf5-3225dee9017e" providerId="ADAL" clId="{8970C66A-29AC-449B-8C4D-C9185E2DCC3F}" dt="2026-02-05T10:01:42.401" v="8352" actId="790"/>
          <ac:spMkLst>
            <pc:docMk/>
            <pc:sldMk cId="4129357293" sldId="286"/>
            <ac:spMk id="26" creationId="{77CBEEF4-B072-CCE8-A1A4-F60B1646EFE0}"/>
          </ac:spMkLst>
        </pc:spChg>
        <pc:spChg chg="add mod">
          <ac:chgData name="Rahma Ghani" userId="791ab722-5eeb-498c-bbf5-3225dee9017e" providerId="ADAL" clId="{8970C66A-29AC-449B-8C4D-C9185E2DCC3F}" dt="2026-02-05T10:01:42.401" v="8352" actId="790"/>
          <ac:spMkLst>
            <pc:docMk/>
            <pc:sldMk cId="4129357293" sldId="286"/>
            <ac:spMk id="35" creationId="{7C72CDA4-671D-F605-D22C-0CD2DD34986C}"/>
          </ac:spMkLst>
        </pc:spChg>
        <pc:grpChg chg="mod">
          <ac:chgData name="Rahma Ghani" userId="791ab722-5eeb-498c-bbf5-3225dee9017e" providerId="ADAL" clId="{8970C66A-29AC-449B-8C4D-C9185E2DCC3F}" dt="2026-02-04T22:51:54.190" v="7010" actId="1035"/>
          <ac:grpSpMkLst>
            <pc:docMk/>
            <pc:sldMk cId="4129357293" sldId="286"/>
            <ac:grpSpMk id="12" creationId="{155E0EF2-18B6-634E-AB17-C14C031FBBBD}"/>
          </ac:grpSpMkLst>
        </pc:grpChg>
        <pc:grpChg chg="mod">
          <ac:chgData name="Rahma Ghani" userId="791ab722-5eeb-498c-bbf5-3225dee9017e" providerId="ADAL" clId="{8970C66A-29AC-449B-8C4D-C9185E2DCC3F}" dt="2026-02-04T22:52:06.033" v="7016" actId="1036"/>
          <ac:grpSpMkLst>
            <pc:docMk/>
            <pc:sldMk cId="4129357293" sldId="286"/>
            <ac:grpSpMk id="14" creationId="{2241D757-81B9-683E-2849-5BD15436CEF3}"/>
          </ac:grpSpMkLst>
        </pc:grpChg>
        <pc:grpChg chg="mod">
          <ac:chgData name="Rahma Ghani" userId="791ab722-5eeb-498c-bbf5-3225dee9017e" providerId="ADAL" clId="{8970C66A-29AC-449B-8C4D-C9185E2DCC3F}" dt="2026-02-04T22:51:09.438" v="7001" actId="1037"/>
          <ac:grpSpMkLst>
            <pc:docMk/>
            <pc:sldMk cId="4129357293" sldId="286"/>
            <ac:grpSpMk id="21" creationId="{4D23F78E-F9F1-2C07-13E9-25BC8648593E}"/>
          </ac:grpSpMkLst>
        </pc:grpChg>
        <pc:grpChg chg="mod">
          <ac:chgData name="Rahma Ghani" userId="791ab722-5eeb-498c-bbf5-3225dee9017e" providerId="ADAL" clId="{8970C66A-29AC-449B-8C4D-C9185E2DCC3F}" dt="2026-02-04T22:52:03.731" v="7013" actId="1038"/>
          <ac:grpSpMkLst>
            <pc:docMk/>
            <pc:sldMk cId="4129357293" sldId="286"/>
            <ac:grpSpMk id="28" creationId="{B7E8FB35-0F4B-1DA7-340D-228DD9FA98A8}"/>
          </ac:grpSpMkLst>
        </pc:grpChg>
        <pc:picChg chg="add mod modCrop">
          <ac:chgData name="Rahma Ghani" userId="791ab722-5eeb-498c-bbf5-3225dee9017e" providerId="ADAL" clId="{8970C66A-29AC-449B-8C4D-C9185E2DCC3F}" dt="2026-02-02T12:02:42.867" v="5048" actId="1076"/>
          <ac:picMkLst>
            <pc:docMk/>
            <pc:sldMk cId="4129357293" sldId="286"/>
            <ac:picMk id="13" creationId="{26355E86-0FEC-3780-0987-3DA126A056C3}"/>
          </ac:picMkLst>
        </pc:picChg>
      </pc:sldChg>
      <pc:sldChg chg="addSp delSp modSp add del mod ord">
        <pc:chgData name="Rahma Ghani" userId="791ab722-5eeb-498c-bbf5-3225dee9017e" providerId="ADAL" clId="{8970C66A-29AC-449B-8C4D-C9185E2DCC3F}" dt="2026-02-04T22:56:21.403" v="7134" actId="2696"/>
        <pc:sldMkLst>
          <pc:docMk/>
          <pc:sldMk cId="3955550437" sldId="287"/>
        </pc:sldMkLst>
        <pc:spChg chg="add mod">
          <ac:chgData name="Rahma Ghani" userId="791ab722-5eeb-498c-bbf5-3225dee9017e" providerId="ADAL" clId="{8970C66A-29AC-449B-8C4D-C9185E2DCC3F}" dt="2026-02-04T22:54:54.678" v="7046"/>
          <ac:spMkLst>
            <pc:docMk/>
            <pc:sldMk cId="3955550437" sldId="287"/>
            <ac:spMk id="3" creationId="{BDD5A007-1B76-E419-54C8-DCF930B72A62}"/>
          </ac:spMkLst>
        </pc:spChg>
        <pc:spChg chg="mod">
          <ac:chgData name="Rahma Ghani" userId="791ab722-5eeb-498c-bbf5-3225dee9017e" providerId="ADAL" clId="{8970C66A-29AC-449B-8C4D-C9185E2DCC3F}" dt="2026-02-04T22:48:35.185" v="6899" actId="20577"/>
          <ac:spMkLst>
            <pc:docMk/>
            <pc:sldMk cId="3955550437" sldId="287"/>
            <ac:spMk id="4" creationId="{F56E6D99-6E6C-0D6F-8B24-CA58943F5160}"/>
          </ac:spMkLst>
        </pc:spChg>
        <pc:grpChg chg="del">
          <ac:chgData name="Rahma Ghani" userId="791ab722-5eeb-498c-bbf5-3225dee9017e" providerId="ADAL" clId="{8970C66A-29AC-449B-8C4D-C9185E2DCC3F}" dt="2026-02-04T22:47:35.566" v="6861" actId="478"/>
          <ac:grpSpMkLst>
            <pc:docMk/>
            <pc:sldMk cId="3955550437" sldId="287"/>
            <ac:grpSpMk id="12" creationId="{DFEBC90C-BB30-0BEC-F541-227F96FD4A9B}"/>
          </ac:grpSpMkLst>
        </pc:grpChg>
        <pc:grpChg chg="del">
          <ac:chgData name="Rahma Ghani" userId="791ab722-5eeb-498c-bbf5-3225dee9017e" providerId="ADAL" clId="{8970C66A-29AC-449B-8C4D-C9185E2DCC3F}" dt="2026-02-04T22:47:33.715" v="6860" actId="478"/>
          <ac:grpSpMkLst>
            <pc:docMk/>
            <pc:sldMk cId="3955550437" sldId="287"/>
            <ac:grpSpMk id="14" creationId="{0A1B37DA-666F-5DDB-832E-51C09D067666}"/>
          </ac:grpSpMkLst>
        </pc:grpChg>
        <pc:grpChg chg="del">
          <ac:chgData name="Rahma Ghani" userId="791ab722-5eeb-498c-bbf5-3225dee9017e" providerId="ADAL" clId="{8970C66A-29AC-449B-8C4D-C9185E2DCC3F}" dt="2026-02-04T22:47:32.514" v="6859" actId="478"/>
          <ac:grpSpMkLst>
            <pc:docMk/>
            <pc:sldMk cId="3955550437" sldId="287"/>
            <ac:grpSpMk id="21" creationId="{A3CB5D28-46DB-0EDD-A9E9-99886A4DF73C}"/>
          </ac:grpSpMkLst>
        </pc:grpChg>
        <pc:grpChg chg="del">
          <ac:chgData name="Rahma Ghani" userId="791ab722-5eeb-498c-bbf5-3225dee9017e" providerId="ADAL" clId="{8970C66A-29AC-449B-8C4D-C9185E2DCC3F}" dt="2026-02-04T22:47:38.057" v="6862" actId="478"/>
          <ac:grpSpMkLst>
            <pc:docMk/>
            <pc:sldMk cId="3955550437" sldId="287"/>
            <ac:grpSpMk id="28" creationId="{87CB1661-B5B2-9013-81F8-F39DD01F90D3}"/>
          </ac:grpSpMkLst>
        </pc:grpChg>
        <pc:picChg chg="add mod">
          <ac:chgData name="Rahma Ghani" userId="791ab722-5eeb-498c-bbf5-3225dee9017e" providerId="ADAL" clId="{8970C66A-29AC-449B-8C4D-C9185E2DCC3F}" dt="2026-02-04T22:49:00.130" v="6901" actId="1076"/>
          <ac:picMkLst>
            <pc:docMk/>
            <pc:sldMk cId="3955550437" sldId="287"/>
            <ac:picMk id="2" creationId="{30C8EE77-7B14-B0D5-7CE6-F4E840960E76}"/>
          </ac:picMkLst>
        </pc:picChg>
        <pc:picChg chg="add del mod modCrop">
          <ac:chgData name="Rahma Ghani" userId="791ab722-5eeb-498c-bbf5-3225dee9017e" providerId="ADAL" clId="{8970C66A-29AC-449B-8C4D-C9185E2DCC3F}" dt="2026-02-04T22:48:21.466" v="6876" actId="478"/>
          <ac:picMkLst>
            <pc:docMk/>
            <pc:sldMk cId="3955550437" sldId="287"/>
            <ac:picMk id="36" creationId="{6AD49254-9D9C-4473-8B0B-8730528F01C5}"/>
          </ac:picMkLst>
        </pc:picChg>
      </pc:sldChg>
      <pc:sldChg chg="addSp delSp modSp add del mod">
        <pc:chgData name="Rahma Ghani" userId="791ab722-5eeb-498c-bbf5-3225dee9017e" providerId="ADAL" clId="{8970C66A-29AC-449B-8C4D-C9185E2DCC3F}" dt="2026-02-04T22:53:27.586" v="7026" actId="2696"/>
        <pc:sldMkLst>
          <pc:docMk/>
          <pc:sldMk cId="432632819" sldId="289"/>
        </pc:sldMkLst>
      </pc:sldChg>
      <pc:sldChg chg="addSp delSp modSp add del mod">
        <pc:chgData name="Rahma Ghani" userId="791ab722-5eeb-498c-bbf5-3225dee9017e" providerId="ADAL" clId="{8970C66A-29AC-449B-8C4D-C9185E2DCC3F}" dt="2026-02-04T22:48:45.922" v="6900" actId="2696"/>
        <pc:sldMkLst>
          <pc:docMk/>
          <pc:sldMk cId="3031368988" sldId="290"/>
        </pc:sldMkLst>
        <pc:spChg chg="mod">
          <ac:chgData name="Rahma Ghani" userId="791ab722-5eeb-498c-bbf5-3225dee9017e" providerId="ADAL" clId="{8970C66A-29AC-449B-8C4D-C9185E2DCC3F}" dt="2026-02-04T22:47:10.802" v="6857" actId="20577"/>
          <ac:spMkLst>
            <pc:docMk/>
            <pc:sldMk cId="3031368988" sldId="290"/>
            <ac:spMk id="5" creationId="{92B53537-05B0-9BC5-1480-F00ED2B3A503}"/>
          </ac:spMkLst>
        </pc:spChg>
        <pc:grpChg chg="del">
          <ac:chgData name="Rahma Ghani" userId="791ab722-5eeb-498c-bbf5-3225dee9017e" providerId="ADAL" clId="{8970C66A-29AC-449B-8C4D-C9185E2DCC3F}" dt="2026-02-04T22:48:03.750" v="6869" actId="478"/>
          <ac:grpSpMkLst>
            <pc:docMk/>
            <pc:sldMk cId="3031368988" sldId="290"/>
            <ac:grpSpMk id="12" creationId="{61A99183-9922-E08E-DC89-B101FBBA7235}"/>
          </ac:grpSpMkLst>
        </pc:grpChg>
        <pc:grpChg chg="del">
          <ac:chgData name="Rahma Ghani" userId="791ab722-5eeb-498c-bbf5-3225dee9017e" providerId="ADAL" clId="{8970C66A-29AC-449B-8C4D-C9185E2DCC3F}" dt="2026-02-04T22:48:07.233" v="6871" actId="478"/>
          <ac:grpSpMkLst>
            <pc:docMk/>
            <pc:sldMk cId="3031368988" sldId="290"/>
            <ac:grpSpMk id="14" creationId="{1799E80B-C6AA-4145-BFA3-4E142CDCDD0B}"/>
          </ac:grpSpMkLst>
        </pc:grpChg>
        <pc:grpChg chg="del">
          <ac:chgData name="Rahma Ghani" userId="791ab722-5eeb-498c-bbf5-3225dee9017e" providerId="ADAL" clId="{8970C66A-29AC-449B-8C4D-C9185E2DCC3F}" dt="2026-02-04T22:48:02.055" v="6868" actId="478"/>
          <ac:grpSpMkLst>
            <pc:docMk/>
            <pc:sldMk cId="3031368988" sldId="290"/>
            <ac:grpSpMk id="21" creationId="{56C87001-67B4-6211-D73F-B030D068BA59}"/>
          </ac:grpSpMkLst>
        </pc:grpChg>
        <pc:grpChg chg="del">
          <ac:chgData name="Rahma Ghani" userId="791ab722-5eeb-498c-bbf5-3225dee9017e" providerId="ADAL" clId="{8970C66A-29AC-449B-8C4D-C9185E2DCC3F}" dt="2026-02-04T22:48:05.471" v="6870" actId="478"/>
          <ac:grpSpMkLst>
            <pc:docMk/>
            <pc:sldMk cId="3031368988" sldId="290"/>
            <ac:grpSpMk id="28" creationId="{D30C0D07-A307-D51E-97E8-E7112DE6567E}"/>
          </ac:grpSpMkLst>
        </pc:grpChg>
        <pc:picChg chg="del">
          <ac:chgData name="Rahma Ghani" userId="791ab722-5eeb-498c-bbf5-3225dee9017e" providerId="ADAL" clId="{8970C66A-29AC-449B-8C4D-C9185E2DCC3F}" dt="2026-02-04T22:45:55.762" v="6811" actId="478"/>
          <ac:picMkLst>
            <pc:docMk/>
            <pc:sldMk cId="3031368988" sldId="290"/>
            <ac:picMk id="3" creationId="{BD512677-76C2-3E0B-A46C-1FAA62161C8B}"/>
          </ac:picMkLst>
        </pc:picChg>
        <pc:picChg chg="add del mod modCrop">
          <ac:chgData name="Rahma Ghani" userId="791ab722-5eeb-498c-bbf5-3225dee9017e" providerId="ADAL" clId="{8970C66A-29AC-449B-8C4D-C9185E2DCC3F}" dt="2026-02-04T22:48:19.101" v="6875" actId="478"/>
          <ac:picMkLst>
            <pc:docMk/>
            <pc:sldMk cId="3031368988" sldId="290"/>
            <ac:picMk id="13" creationId="{E8A58BDA-271A-2179-199C-8A3CC342EF14}"/>
          </ac:picMkLst>
        </pc:picChg>
      </pc:sldChg>
      <pc:sldChg chg="delSp add del mod">
        <pc:chgData name="Rahma Ghani" userId="791ab722-5eeb-498c-bbf5-3225dee9017e" providerId="ADAL" clId="{8970C66A-29AC-449B-8C4D-C9185E2DCC3F}" dt="2026-02-04T22:57:04.021" v="7164" actId="2696"/>
        <pc:sldMkLst>
          <pc:docMk/>
          <pc:sldMk cId="2771885972" sldId="291"/>
        </pc:sldMkLst>
        <pc:picChg chg="del">
          <ac:chgData name="Rahma Ghani" userId="791ab722-5eeb-498c-bbf5-3225dee9017e" providerId="ADAL" clId="{8970C66A-29AC-449B-8C4D-C9185E2DCC3F}" dt="2026-02-04T22:56:24.399" v="7135" actId="478"/>
          <ac:picMkLst>
            <pc:docMk/>
            <pc:sldMk cId="2771885972" sldId="291"/>
            <ac:picMk id="36" creationId="{3E6956EB-4ED3-1587-EE6C-F6A97FBD1A36}"/>
          </ac:picMkLst>
        </pc:picChg>
      </pc:sldChg>
      <pc:sldChg chg="addSp delSp modSp add mod">
        <pc:chgData name="Rahma Ghani" userId="791ab722-5eeb-498c-bbf5-3225dee9017e" providerId="ADAL" clId="{8970C66A-29AC-449B-8C4D-C9185E2DCC3F}" dt="2026-02-05T10:01:42.401" v="8352" actId="790"/>
        <pc:sldMkLst>
          <pc:docMk/>
          <pc:sldMk cId="3506898079" sldId="292"/>
        </pc:sldMkLst>
        <pc:spChg chg="mod">
          <ac:chgData name="Rahma Ghani" userId="791ab722-5eeb-498c-bbf5-3225dee9017e" providerId="ADAL" clId="{8970C66A-29AC-449B-8C4D-C9185E2DCC3F}" dt="2026-02-05T10:01:42.401" v="8352" actId="790"/>
          <ac:spMkLst>
            <pc:docMk/>
            <pc:sldMk cId="3506898079" sldId="292"/>
            <ac:spMk id="4" creationId="{F162080A-FD2C-DEA7-BB11-302E52E5B795}"/>
          </ac:spMkLst>
        </pc:spChg>
        <pc:spChg chg="del mod">
          <ac:chgData name="Rahma Ghani" userId="791ab722-5eeb-498c-bbf5-3225dee9017e" providerId="ADAL" clId="{8970C66A-29AC-449B-8C4D-C9185E2DCC3F}" dt="2026-02-04T22:49:29.604" v="6974" actId="478"/>
          <ac:spMkLst>
            <pc:docMk/>
            <pc:sldMk cId="3506898079" sldId="292"/>
            <ac:spMk id="5" creationId="{D0304BCA-978B-4A4D-8032-0616C3ADD748}"/>
          </ac:spMkLst>
        </pc:spChg>
        <pc:spChg chg="mod">
          <ac:chgData name="Rahma Ghani" userId="791ab722-5eeb-498c-bbf5-3225dee9017e" providerId="ADAL" clId="{8970C66A-29AC-449B-8C4D-C9185E2DCC3F}" dt="2026-02-05T10:01:42.401" v="8352" actId="790"/>
          <ac:spMkLst>
            <pc:docMk/>
            <pc:sldMk cId="3506898079" sldId="292"/>
            <ac:spMk id="6" creationId="{C3C0D36E-2A9B-B419-214C-8EDBC35B6311}"/>
          </ac:spMkLst>
        </pc:spChg>
        <pc:spChg chg="mod">
          <ac:chgData name="Rahma Ghani" userId="791ab722-5eeb-498c-bbf5-3225dee9017e" providerId="ADAL" clId="{8970C66A-29AC-449B-8C4D-C9185E2DCC3F}" dt="2026-02-05T10:01:42.401" v="8352" actId="790"/>
          <ac:spMkLst>
            <pc:docMk/>
            <pc:sldMk cId="3506898079" sldId="292"/>
            <ac:spMk id="10" creationId="{49AD9685-BA44-A909-B4D4-99352D3EBB6A}"/>
          </ac:spMkLst>
        </pc:spChg>
        <pc:spChg chg="add del mod">
          <ac:chgData name="Rahma Ghani" userId="791ab722-5eeb-498c-bbf5-3225dee9017e" providerId="ADAL" clId="{8970C66A-29AC-449B-8C4D-C9185E2DCC3F}" dt="2026-02-04T22:54:47.729" v="7045" actId="478"/>
          <ac:spMkLst>
            <pc:docMk/>
            <pc:sldMk cId="3506898079" sldId="292"/>
            <ac:spMk id="13" creationId="{86B2661F-BD03-CE36-6564-7ABD34248759}"/>
          </ac:spMkLst>
        </pc:spChg>
        <pc:spChg chg="mod">
          <ac:chgData name="Rahma Ghani" userId="791ab722-5eeb-498c-bbf5-3225dee9017e" providerId="ADAL" clId="{8970C66A-29AC-449B-8C4D-C9185E2DCC3F}" dt="2026-02-05T10:01:42.401" v="8352" actId="790"/>
          <ac:spMkLst>
            <pc:docMk/>
            <pc:sldMk cId="3506898079" sldId="292"/>
            <ac:spMk id="16" creationId="{865D4D89-9AFB-6219-6A0C-E9C2D30D596A}"/>
          </ac:spMkLst>
        </pc:spChg>
        <pc:spChg chg="mod">
          <ac:chgData name="Rahma Ghani" userId="791ab722-5eeb-498c-bbf5-3225dee9017e" providerId="ADAL" clId="{8970C66A-29AC-449B-8C4D-C9185E2DCC3F}" dt="2026-02-05T10:01:42.401" v="8352" actId="790"/>
          <ac:spMkLst>
            <pc:docMk/>
            <pc:sldMk cId="3506898079" sldId="292"/>
            <ac:spMk id="19" creationId="{EE349149-3044-72D4-58FD-31AE9D82E8C3}"/>
          </ac:spMkLst>
        </pc:spChg>
        <pc:spChg chg="mod">
          <ac:chgData name="Rahma Ghani" userId="791ab722-5eeb-498c-bbf5-3225dee9017e" providerId="ADAL" clId="{8970C66A-29AC-449B-8C4D-C9185E2DCC3F}" dt="2026-02-05T10:01:42.401" v="8352" actId="790"/>
          <ac:spMkLst>
            <pc:docMk/>
            <pc:sldMk cId="3506898079" sldId="292"/>
            <ac:spMk id="24" creationId="{AAFBB040-14C5-7A19-492C-FA5BF0D2E85A}"/>
          </ac:spMkLst>
        </pc:spChg>
        <pc:spChg chg="mod">
          <ac:chgData name="Rahma Ghani" userId="791ab722-5eeb-498c-bbf5-3225dee9017e" providerId="ADAL" clId="{8970C66A-29AC-449B-8C4D-C9185E2DCC3F}" dt="2026-02-05T10:01:42.401" v="8352" actId="790"/>
          <ac:spMkLst>
            <pc:docMk/>
            <pc:sldMk cId="3506898079" sldId="292"/>
            <ac:spMk id="25" creationId="{662EC8AD-7AA1-5F14-47B5-E50F4C36C158}"/>
          </ac:spMkLst>
        </pc:spChg>
        <pc:spChg chg="mod">
          <ac:chgData name="Rahma Ghani" userId="791ab722-5eeb-498c-bbf5-3225dee9017e" providerId="ADAL" clId="{8970C66A-29AC-449B-8C4D-C9185E2DCC3F}" dt="2026-02-05T10:01:42.401" v="8352" actId="790"/>
          <ac:spMkLst>
            <pc:docMk/>
            <pc:sldMk cId="3506898079" sldId="292"/>
            <ac:spMk id="27" creationId="{B1B6B79C-EFFF-D10A-1DEE-38C9FBED3FFA}"/>
          </ac:spMkLst>
        </pc:spChg>
        <pc:spChg chg="mod">
          <ac:chgData name="Rahma Ghani" userId="791ab722-5eeb-498c-bbf5-3225dee9017e" providerId="ADAL" clId="{8970C66A-29AC-449B-8C4D-C9185E2DCC3F}" dt="2026-02-05T10:01:42.401" v="8352" actId="790"/>
          <ac:spMkLst>
            <pc:docMk/>
            <pc:sldMk cId="3506898079" sldId="292"/>
            <ac:spMk id="30" creationId="{66EC6473-E51A-74F3-ADFE-E5808C63E560}"/>
          </ac:spMkLst>
        </pc:spChg>
        <pc:spChg chg="mod">
          <ac:chgData name="Rahma Ghani" userId="791ab722-5eeb-498c-bbf5-3225dee9017e" providerId="ADAL" clId="{8970C66A-29AC-449B-8C4D-C9185E2DCC3F}" dt="2026-02-05T10:01:42.401" v="8352" actId="790"/>
          <ac:spMkLst>
            <pc:docMk/>
            <pc:sldMk cId="3506898079" sldId="292"/>
            <ac:spMk id="32" creationId="{F35DE773-E448-E761-71F4-7617B53F760A}"/>
          </ac:spMkLst>
        </pc:spChg>
        <pc:spChg chg="add mod">
          <ac:chgData name="Rahma Ghani" userId="791ab722-5eeb-498c-bbf5-3225dee9017e" providerId="ADAL" clId="{8970C66A-29AC-449B-8C4D-C9185E2DCC3F}" dt="2026-02-04T22:55:37.244" v="7120" actId="1076"/>
          <ac:spMkLst>
            <pc:docMk/>
            <pc:sldMk cId="3506898079" sldId="292"/>
            <ac:spMk id="35" creationId="{6421F4EF-9061-9DEA-27DE-15017801BA0B}"/>
          </ac:spMkLst>
        </pc:spChg>
        <pc:grpChg chg="mod">
          <ac:chgData name="Rahma Ghani" userId="791ab722-5eeb-498c-bbf5-3225dee9017e" providerId="ADAL" clId="{8970C66A-29AC-449B-8C4D-C9185E2DCC3F}" dt="2026-02-04T22:49:17.332" v="6956" actId="1035"/>
          <ac:grpSpMkLst>
            <pc:docMk/>
            <pc:sldMk cId="3506898079" sldId="292"/>
            <ac:grpSpMk id="12" creationId="{6A8E1706-568C-36FD-13D3-6F11EBCEC6EF}"/>
          </ac:grpSpMkLst>
        </pc:grpChg>
        <pc:grpChg chg="mod">
          <ac:chgData name="Rahma Ghani" userId="791ab722-5eeb-498c-bbf5-3225dee9017e" providerId="ADAL" clId="{8970C66A-29AC-449B-8C4D-C9185E2DCC3F}" dt="2026-02-04T22:49:08.450" v="6920" actId="1036"/>
          <ac:grpSpMkLst>
            <pc:docMk/>
            <pc:sldMk cId="3506898079" sldId="292"/>
            <ac:grpSpMk id="14" creationId="{422324A9-CB72-B1E3-BF2B-C2ED078FF419}"/>
          </ac:grpSpMkLst>
        </pc:grpChg>
        <pc:grpChg chg="mod">
          <ac:chgData name="Rahma Ghani" userId="791ab722-5eeb-498c-bbf5-3225dee9017e" providerId="ADAL" clId="{8970C66A-29AC-449B-8C4D-C9185E2DCC3F}" dt="2026-02-04T22:49:13.983" v="6942" actId="1037"/>
          <ac:grpSpMkLst>
            <pc:docMk/>
            <pc:sldMk cId="3506898079" sldId="292"/>
            <ac:grpSpMk id="21" creationId="{FD802D98-C1C8-C3C2-F9A8-2276FBE70198}"/>
          </ac:grpSpMkLst>
        </pc:grpChg>
        <pc:grpChg chg="mod">
          <ac:chgData name="Rahma Ghani" userId="791ab722-5eeb-498c-bbf5-3225dee9017e" providerId="ADAL" clId="{8970C66A-29AC-449B-8C4D-C9185E2DCC3F}" dt="2026-02-04T22:49:22.942" v="6971" actId="1038"/>
          <ac:grpSpMkLst>
            <pc:docMk/>
            <pc:sldMk cId="3506898079" sldId="292"/>
            <ac:grpSpMk id="28" creationId="{850E48A0-4FBE-DEFC-DA17-87AD570EE856}"/>
          </ac:grpSpMkLst>
        </pc:grpChg>
        <pc:picChg chg="add mod ord">
          <ac:chgData name="Rahma Ghani" userId="791ab722-5eeb-498c-bbf5-3225dee9017e" providerId="ADAL" clId="{8970C66A-29AC-449B-8C4D-C9185E2DCC3F}" dt="2026-02-04T22:56:14.341" v="7133" actId="1076"/>
          <ac:picMkLst>
            <pc:docMk/>
            <pc:sldMk cId="3506898079" sldId="292"/>
            <ac:picMk id="2" creationId="{918FDB50-AE22-EA5D-B3AC-0088C9551A26}"/>
          </ac:picMkLst>
        </pc:picChg>
        <pc:picChg chg="del">
          <ac:chgData name="Rahma Ghani" userId="791ab722-5eeb-498c-bbf5-3225dee9017e" providerId="ADAL" clId="{8970C66A-29AC-449B-8C4D-C9185E2DCC3F}" dt="2026-02-04T22:49:24.131" v="6972" actId="478"/>
          <ac:picMkLst>
            <pc:docMk/>
            <pc:sldMk cId="3506898079" sldId="292"/>
            <ac:picMk id="3" creationId="{E26F4FD9-24CB-B155-C8D7-4E56AECC9A39}"/>
          </ac:picMkLst>
        </pc:picChg>
      </pc:sldChg>
      <pc:sldChg chg="addSp delSp modSp add mod">
        <pc:chgData name="Rahma Ghani" userId="791ab722-5eeb-498c-bbf5-3225dee9017e" providerId="ADAL" clId="{8970C66A-29AC-449B-8C4D-C9185E2DCC3F}" dt="2026-02-05T10:01:42.401" v="8352" actId="790"/>
        <pc:sldMkLst>
          <pc:docMk/>
          <pc:sldMk cId="3881213787" sldId="293"/>
        </pc:sldMkLst>
        <pc:spChg chg="add mod">
          <ac:chgData name="Rahma Ghani" userId="791ab722-5eeb-498c-bbf5-3225dee9017e" providerId="ADAL" clId="{8970C66A-29AC-449B-8C4D-C9185E2DCC3F}" dt="2026-02-04T22:53:16.380" v="7024" actId="1076"/>
          <ac:spMkLst>
            <pc:docMk/>
            <pc:sldMk cId="3881213787" sldId="293"/>
            <ac:spMk id="3" creationId="{22910131-9386-1D08-4B54-259D34A31AC4}"/>
          </ac:spMkLst>
        </pc:spChg>
        <pc:spChg chg="del">
          <ac:chgData name="Rahma Ghani" userId="791ab722-5eeb-498c-bbf5-3225dee9017e" providerId="ADAL" clId="{8970C66A-29AC-449B-8C4D-C9185E2DCC3F}" dt="2026-02-04T22:52:44.025" v="7020" actId="478"/>
          <ac:spMkLst>
            <pc:docMk/>
            <pc:sldMk cId="3881213787" sldId="293"/>
            <ac:spMk id="4" creationId="{EFCE8871-CD9C-23C1-80ED-B73B5BDF2BF3}"/>
          </ac:spMkLst>
        </pc:spChg>
        <pc:spChg chg="add mod">
          <ac:chgData name="Rahma Ghani" userId="791ab722-5eeb-498c-bbf5-3225dee9017e" providerId="ADAL" clId="{8970C66A-29AC-449B-8C4D-C9185E2DCC3F}" dt="2026-02-04T22:53:22.842" v="7025"/>
          <ac:spMkLst>
            <pc:docMk/>
            <pc:sldMk cId="3881213787" sldId="293"/>
            <ac:spMk id="5" creationId="{F8354B9D-BCB9-9CCD-2BB0-9BB57A70EE55}"/>
          </ac:spMkLst>
        </pc:spChg>
        <pc:spChg chg="mod">
          <ac:chgData name="Rahma Ghani" userId="791ab722-5eeb-498c-bbf5-3225dee9017e" providerId="ADAL" clId="{8970C66A-29AC-449B-8C4D-C9185E2DCC3F}" dt="2026-02-05T10:01:42.401" v="8352" actId="790"/>
          <ac:spMkLst>
            <pc:docMk/>
            <pc:sldMk cId="3881213787" sldId="293"/>
            <ac:spMk id="6" creationId="{A816D1AD-2ACD-2A7A-7126-41A713EE586B}"/>
          </ac:spMkLst>
        </pc:spChg>
        <pc:spChg chg="mod">
          <ac:chgData name="Rahma Ghani" userId="791ab722-5eeb-498c-bbf5-3225dee9017e" providerId="ADAL" clId="{8970C66A-29AC-449B-8C4D-C9185E2DCC3F}" dt="2026-02-05T10:01:42.401" v="8352" actId="790"/>
          <ac:spMkLst>
            <pc:docMk/>
            <pc:sldMk cId="3881213787" sldId="293"/>
            <ac:spMk id="7" creationId="{8794FF15-B2BC-6D2A-B013-F5CF1A0C6EA7}"/>
          </ac:spMkLst>
        </pc:spChg>
        <pc:spChg chg="mod">
          <ac:chgData name="Rahma Ghani" userId="791ab722-5eeb-498c-bbf5-3225dee9017e" providerId="ADAL" clId="{8970C66A-29AC-449B-8C4D-C9185E2DCC3F}" dt="2026-02-05T10:01:42.401" v="8352" actId="790"/>
          <ac:spMkLst>
            <pc:docMk/>
            <pc:sldMk cId="3881213787" sldId="293"/>
            <ac:spMk id="9" creationId="{92E97572-298B-FBF9-D8F6-0534E3B4AB04}"/>
          </ac:spMkLst>
        </pc:spChg>
        <pc:spChg chg="mod">
          <ac:chgData name="Rahma Ghani" userId="791ab722-5eeb-498c-bbf5-3225dee9017e" providerId="ADAL" clId="{8970C66A-29AC-449B-8C4D-C9185E2DCC3F}" dt="2026-02-05T10:01:42.401" v="8352" actId="790"/>
          <ac:spMkLst>
            <pc:docMk/>
            <pc:sldMk cId="3881213787" sldId="293"/>
            <ac:spMk id="10" creationId="{F3AD7D3C-86BD-045A-2874-0155BBE6620B}"/>
          </ac:spMkLst>
        </pc:spChg>
        <pc:spChg chg="mod">
          <ac:chgData name="Rahma Ghani" userId="791ab722-5eeb-498c-bbf5-3225dee9017e" providerId="ADAL" clId="{8970C66A-29AC-449B-8C4D-C9185E2DCC3F}" dt="2026-02-05T10:01:42.401" v="8352" actId="790"/>
          <ac:spMkLst>
            <pc:docMk/>
            <pc:sldMk cId="3881213787" sldId="293"/>
            <ac:spMk id="15" creationId="{4FB97077-B7E5-BBAC-E006-55654E3C641F}"/>
          </ac:spMkLst>
        </pc:spChg>
        <pc:spChg chg="mod">
          <ac:chgData name="Rahma Ghani" userId="791ab722-5eeb-498c-bbf5-3225dee9017e" providerId="ADAL" clId="{8970C66A-29AC-449B-8C4D-C9185E2DCC3F}" dt="2026-02-05T10:01:42.401" v="8352" actId="790"/>
          <ac:spMkLst>
            <pc:docMk/>
            <pc:sldMk cId="3881213787" sldId="293"/>
            <ac:spMk id="26" creationId="{1D4C924E-78C8-7832-43FA-3EA51C1AB2DB}"/>
          </ac:spMkLst>
        </pc:spChg>
        <pc:spChg chg="mod">
          <ac:chgData name="Rahma Ghani" userId="791ab722-5eeb-498c-bbf5-3225dee9017e" providerId="ADAL" clId="{8970C66A-29AC-449B-8C4D-C9185E2DCC3F}" dt="2026-02-05T10:01:42.401" v="8352" actId="790"/>
          <ac:spMkLst>
            <pc:docMk/>
            <pc:sldMk cId="3881213787" sldId="293"/>
            <ac:spMk id="29" creationId="{3E072D74-6337-6724-6FFF-A36409B5A07E}"/>
          </ac:spMkLst>
        </pc:spChg>
        <pc:spChg chg="mod">
          <ac:chgData name="Rahma Ghani" userId="791ab722-5eeb-498c-bbf5-3225dee9017e" providerId="ADAL" clId="{8970C66A-29AC-449B-8C4D-C9185E2DCC3F}" dt="2026-02-05T10:01:42.401" v="8352" actId="790"/>
          <ac:spMkLst>
            <pc:docMk/>
            <pc:sldMk cId="3881213787" sldId="293"/>
            <ac:spMk id="32" creationId="{5B6A2E01-DE54-67F3-CFF4-42B8083D1165}"/>
          </ac:spMkLst>
        </pc:spChg>
        <pc:spChg chg="mod">
          <ac:chgData name="Rahma Ghani" userId="791ab722-5eeb-498c-bbf5-3225dee9017e" providerId="ADAL" clId="{8970C66A-29AC-449B-8C4D-C9185E2DCC3F}" dt="2026-02-05T10:01:42.401" v="8352" actId="790"/>
          <ac:spMkLst>
            <pc:docMk/>
            <pc:sldMk cId="3881213787" sldId="293"/>
            <ac:spMk id="33" creationId="{A4409BC3-DD8E-713B-F5CD-B2A1C32394C5}"/>
          </ac:spMkLst>
        </pc:spChg>
        <pc:spChg chg="mod">
          <ac:chgData name="Rahma Ghani" userId="791ab722-5eeb-498c-bbf5-3225dee9017e" providerId="ADAL" clId="{8970C66A-29AC-449B-8C4D-C9185E2DCC3F}" dt="2026-02-05T10:01:42.401" v="8352" actId="790"/>
          <ac:spMkLst>
            <pc:docMk/>
            <pc:sldMk cId="3881213787" sldId="293"/>
            <ac:spMk id="34" creationId="{F06FCCF8-DF47-68D1-D824-46D7BC9EFC61}"/>
          </ac:spMkLst>
        </pc:spChg>
        <pc:spChg chg="del">
          <ac:chgData name="Rahma Ghani" userId="791ab722-5eeb-498c-bbf5-3225dee9017e" providerId="ADAL" clId="{8970C66A-29AC-449B-8C4D-C9185E2DCC3F}" dt="2026-02-04T22:52:41.356" v="7019" actId="478"/>
          <ac:spMkLst>
            <pc:docMk/>
            <pc:sldMk cId="3881213787" sldId="293"/>
            <ac:spMk id="35" creationId="{1AFA73B2-FC01-E365-2086-21D18D9858ED}"/>
          </ac:spMkLst>
        </pc:spChg>
        <pc:grpChg chg="mod">
          <ac:chgData name="Rahma Ghani" userId="791ab722-5eeb-498c-bbf5-3225dee9017e" providerId="ADAL" clId="{8970C66A-29AC-449B-8C4D-C9185E2DCC3F}" dt="2026-02-04T22:54:05.885" v="7041" actId="1035"/>
          <ac:grpSpMkLst>
            <pc:docMk/>
            <pc:sldMk cId="3881213787" sldId="293"/>
            <ac:grpSpMk id="12" creationId="{D7257438-E6DA-DF81-A2BC-6B7B43B46C07}"/>
          </ac:grpSpMkLst>
        </pc:grpChg>
        <pc:grpChg chg="mod">
          <ac:chgData name="Rahma Ghani" userId="791ab722-5eeb-498c-bbf5-3225dee9017e" providerId="ADAL" clId="{8970C66A-29AC-449B-8C4D-C9185E2DCC3F}" dt="2026-02-04T22:54:01.629" v="7037" actId="1036"/>
          <ac:grpSpMkLst>
            <pc:docMk/>
            <pc:sldMk cId="3881213787" sldId="293"/>
            <ac:grpSpMk id="14" creationId="{130F8102-16B5-557C-AB70-69CEF7E472F8}"/>
          </ac:grpSpMkLst>
        </pc:grpChg>
        <pc:grpChg chg="mod">
          <ac:chgData name="Rahma Ghani" userId="791ab722-5eeb-498c-bbf5-3225dee9017e" providerId="ADAL" clId="{8970C66A-29AC-449B-8C4D-C9185E2DCC3F}" dt="2026-02-04T22:53:59.929" v="7036" actId="1037"/>
          <ac:grpSpMkLst>
            <pc:docMk/>
            <pc:sldMk cId="3881213787" sldId="293"/>
            <ac:grpSpMk id="21" creationId="{F3D97CD2-5909-E609-0E4E-6680DBD3886F}"/>
          </ac:grpSpMkLst>
        </pc:grpChg>
        <pc:grpChg chg="mod">
          <ac:chgData name="Rahma Ghani" userId="791ab722-5eeb-498c-bbf5-3225dee9017e" providerId="ADAL" clId="{8970C66A-29AC-449B-8C4D-C9185E2DCC3F}" dt="2026-02-04T22:54:03.527" v="7039" actId="1038"/>
          <ac:grpSpMkLst>
            <pc:docMk/>
            <pc:sldMk cId="3881213787" sldId="293"/>
            <ac:grpSpMk id="28" creationId="{E5EE8B6A-FD95-6E7B-E0B8-369F1B98F998}"/>
          </ac:grpSpMkLst>
        </pc:grpChg>
        <pc:picChg chg="add mod">
          <ac:chgData name="Rahma Ghani" userId="791ab722-5eeb-498c-bbf5-3225dee9017e" providerId="ADAL" clId="{8970C66A-29AC-449B-8C4D-C9185E2DCC3F}" dt="2026-02-04T22:52:54.493" v="7022" actId="1076"/>
          <ac:picMkLst>
            <pc:docMk/>
            <pc:sldMk cId="3881213787" sldId="293"/>
            <ac:picMk id="2" creationId="{07BA9D7B-5E7A-EB46-E3C8-D021F41CB086}"/>
          </ac:picMkLst>
        </pc:picChg>
        <pc:picChg chg="del">
          <ac:chgData name="Rahma Ghani" userId="791ab722-5eeb-498c-bbf5-3225dee9017e" providerId="ADAL" clId="{8970C66A-29AC-449B-8C4D-C9185E2DCC3F}" dt="2026-02-04T22:52:39.092" v="7018" actId="478"/>
          <ac:picMkLst>
            <pc:docMk/>
            <pc:sldMk cId="3881213787" sldId="293"/>
            <ac:picMk id="13" creationId="{2CA3EDCF-2B71-2D99-D53F-FD17F8BB549A}"/>
          </ac:picMkLst>
        </pc:picChg>
      </pc:sldChg>
      <pc:sldChg chg="addSp delSp modSp add mod">
        <pc:chgData name="Rahma Ghani" userId="791ab722-5eeb-498c-bbf5-3225dee9017e" providerId="ADAL" clId="{8970C66A-29AC-449B-8C4D-C9185E2DCC3F}" dt="2026-02-05T10:01:42.401" v="8352" actId="790"/>
        <pc:sldMkLst>
          <pc:docMk/>
          <pc:sldMk cId="3507975464" sldId="294"/>
        </pc:sldMkLst>
        <pc:spChg chg="mod">
          <ac:chgData name="Rahma Ghani" userId="791ab722-5eeb-498c-bbf5-3225dee9017e" providerId="ADAL" clId="{8970C66A-29AC-449B-8C4D-C9185E2DCC3F}" dt="2026-02-05T10:01:42.401" v="8352" actId="790"/>
          <ac:spMkLst>
            <pc:docMk/>
            <pc:sldMk cId="3507975464" sldId="294"/>
            <ac:spMk id="4" creationId="{2D16E53B-C18B-3A8C-4EF7-553469D10B82}"/>
          </ac:spMkLst>
        </pc:spChg>
        <pc:spChg chg="mod">
          <ac:chgData name="Rahma Ghani" userId="791ab722-5eeb-498c-bbf5-3225dee9017e" providerId="ADAL" clId="{8970C66A-29AC-449B-8C4D-C9185E2DCC3F}" dt="2026-02-05T10:01:42.401" v="8352" actId="790"/>
          <ac:spMkLst>
            <pc:docMk/>
            <pc:sldMk cId="3507975464" sldId="294"/>
            <ac:spMk id="7" creationId="{98F255DE-53DE-CB22-17EE-21A13FB984AD}"/>
          </ac:spMkLst>
        </pc:spChg>
        <pc:spChg chg="mod">
          <ac:chgData name="Rahma Ghani" userId="791ab722-5eeb-498c-bbf5-3225dee9017e" providerId="ADAL" clId="{8970C66A-29AC-449B-8C4D-C9185E2DCC3F}" dt="2026-02-05T10:01:42.401" v="8352" actId="790"/>
          <ac:spMkLst>
            <pc:docMk/>
            <pc:sldMk cId="3507975464" sldId="294"/>
            <ac:spMk id="15" creationId="{96ED4707-64EF-22E3-73DD-1F0F2DD65B3B}"/>
          </ac:spMkLst>
        </pc:spChg>
        <pc:spChg chg="mod">
          <ac:chgData name="Rahma Ghani" userId="791ab722-5eeb-498c-bbf5-3225dee9017e" providerId="ADAL" clId="{8970C66A-29AC-449B-8C4D-C9185E2DCC3F}" dt="2026-02-05T10:01:42.401" v="8352" actId="790"/>
          <ac:spMkLst>
            <pc:docMk/>
            <pc:sldMk cId="3507975464" sldId="294"/>
            <ac:spMk id="16" creationId="{B8E3A435-8F80-9785-6D29-362FA4E76A68}"/>
          </ac:spMkLst>
        </pc:spChg>
        <pc:spChg chg="mod">
          <ac:chgData name="Rahma Ghani" userId="791ab722-5eeb-498c-bbf5-3225dee9017e" providerId="ADAL" clId="{8970C66A-29AC-449B-8C4D-C9185E2DCC3F}" dt="2026-02-05T10:01:42.401" v="8352" actId="790"/>
          <ac:spMkLst>
            <pc:docMk/>
            <pc:sldMk cId="3507975464" sldId="294"/>
            <ac:spMk id="20" creationId="{DED298CB-FC3F-0521-F81E-B13CCDD9767E}"/>
          </ac:spMkLst>
        </pc:spChg>
        <pc:spChg chg="mod">
          <ac:chgData name="Rahma Ghani" userId="791ab722-5eeb-498c-bbf5-3225dee9017e" providerId="ADAL" clId="{8970C66A-29AC-449B-8C4D-C9185E2DCC3F}" dt="2026-02-05T10:01:42.401" v="8352" actId="790"/>
          <ac:spMkLst>
            <pc:docMk/>
            <pc:sldMk cId="3507975464" sldId="294"/>
            <ac:spMk id="23" creationId="{76995657-A667-0ACA-D244-ECFA753D9E08}"/>
          </ac:spMkLst>
        </pc:spChg>
        <pc:spChg chg="mod">
          <ac:chgData name="Rahma Ghani" userId="791ab722-5eeb-498c-bbf5-3225dee9017e" providerId="ADAL" clId="{8970C66A-29AC-449B-8C4D-C9185E2DCC3F}" dt="2026-02-05T10:01:42.401" v="8352" actId="790"/>
          <ac:spMkLst>
            <pc:docMk/>
            <pc:sldMk cId="3507975464" sldId="294"/>
            <ac:spMk id="26" creationId="{DF60D0FD-9EF5-1A44-8F42-84E5A1C25100}"/>
          </ac:spMkLst>
        </pc:spChg>
        <pc:spChg chg="mod">
          <ac:chgData name="Rahma Ghani" userId="791ab722-5eeb-498c-bbf5-3225dee9017e" providerId="ADAL" clId="{8970C66A-29AC-449B-8C4D-C9185E2DCC3F}" dt="2026-02-05T10:01:42.401" v="8352" actId="790"/>
          <ac:spMkLst>
            <pc:docMk/>
            <pc:sldMk cId="3507975464" sldId="294"/>
            <ac:spMk id="27" creationId="{86EEA49A-8A68-9F73-D10E-3C6456B21A5E}"/>
          </ac:spMkLst>
        </pc:spChg>
        <pc:spChg chg="mod">
          <ac:chgData name="Rahma Ghani" userId="791ab722-5eeb-498c-bbf5-3225dee9017e" providerId="ADAL" clId="{8970C66A-29AC-449B-8C4D-C9185E2DCC3F}" dt="2026-02-05T10:01:42.401" v="8352" actId="790"/>
          <ac:spMkLst>
            <pc:docMk/>
            <pc:sldMk cId="3507975464" sldId="294"/>
            <ac:spMk id="29" creationId="{18EAF301-624E-B0B9-CA1A-7F4F163A7371}"/>
          </ac:spMkLst>
        </pc:spChg>
        <pc:spChg chg="mod">
          <ac:chgData name="Rahma Ghani" userId="791ab722-5eeb-498c-bbf5-3225dee9017e" providerId="ADAL" clId="{8970C66A-29AC-449B-8C4D-C9185E2DCC3F}" dt="2026-02-05T10:01:42.401" v="8352" actId="790"/>
          <ac:spMkLst>
            <pc:docMk/>
            <pc:sldMk cId="3507975464" sldId="294"/>
            <ac:spMk id="34" creationId="{E8F5344C-03E8-56E1-620B-AF75EA3355FC}"/>
          </ac:spMkLst>
        </pc:spChg>
        <pc:spChg chg="del mod">
          <ac:chgData name="Rahma Ghani" userId="791ab722-5eeb-498c-bbf5-3225dee9017e" providerId="ADAL" clId="{8970C66A-29AC-449B-8C4D-C9185E2DCC3F}" dt="2026-02-04T22:57:00.989" v="7163"/>
          <ac:spMkLst>
            <pc:docMk/>
            <pc:sldMk cId="3507975464" sldId="294"/>
            <ac:spMk id="35" creationId="{2FBFC9CF-A27E-E329-0D4A-FA57A2CC5C5C}"/>
          </ac:spMkLst>
        </pc:spChg>
        <pc:grpChg chg="mod">
          <ac:chgData name="Rahma Ghani" userId="791ab722-5eeb-498c-bbf5-3225dee9017e" providerId="ADAL" clId="{8970C66A-29AC-449B-8C4D-C9185E2DCC3F}" dt="2026-02-04T22:57:34.021" v="7230" actId="1035"/>
          <ac:grpSpMkLst>
            <pc:docMk/>
            <pc:sldMk cId="3507975464" sldId="294"/>
            <ac:grpSpMk id="12" creationId="{48F96FAF-0411-AF46-3CB6-A8E7E3BB7A23}"/>
          </ac:grpSpMkLst>
        </pc:grpChg>
        <pc:grpChg chg="mod">
          <ac:chgData name="Rahma Ghani" userId="791ab722-5eeb-498c-bbf5-3225dee9017e" providerId="ADAL" clId="{8970C66A-29AC-449B-8C4D-C9185E2DCC3F}" dt="2026-02-04T22:58:28.686" v="7253" actId="1036"/>
          <ac:grpSpMkLst>
            <pc:docMk/>
            <pc:sldMk cId="3507975464" sldId="294"/>
            <ac:grpSpMk id="14" creationId="{30E5F120-D9C8-8C27-D3A7-4E6899ED67AD}"/>
          </ac:grpSpMkLst>
        </pc:grpChg>
        <pc:grpChg chg="mod">
          <ac:chgData name="Rahma Ghani" userId="791ab722-5eeb-498c-bbf5-3225dee9017e" providerId="ADAL" clId="{8970C66A-29AC-449B-8C4D-C9185E2DCC3F}" dt="2026-02-04T22:58:41.156" v="7258" actId="1037"/>
          <ac:grpSpMkLst>
            <pc:docMk/>
            <pc:sldMk cId="3507975464" sldId="294"/>
            <ac:grpSpMk id="21" creationId="{39F7DE61-CAF2-05C4-7952-1AA92A2BB210}"/>
          </ac:grpSpMkLst>
        </pc:grpChg>
        <pc:grpChg chg="mod">
          <ac:chgData name="Rahma Ghani" userId="791ab722-5eeb-498c-bbf5-3225dee9017e" providerId="ADAL" clId="{8970C66A-29AC-449B-8C4D-C9185E2DCC3F}" dt="2026-02-04T22:58:43.144" v="7263" actId="1038"/>
          <ac:grpSpMkLst>
            <pc:docMk/>
            <pc:sldMk cId="3507975464" sldId="294"/>
            <ac:grpSpMk id="28" creationId="{089F5011-74A0-0056-8399-70440FDD173E}"/>
          </ac:grpSpMkLst>
        </pc:grpChg>
        <pc:picChg chg="del mod">
          <ac:chgData name="Rahma Ghani" userId="791ab722-5eeb-498c-bbf5-3225dee9017e" providerId="ADAL" clId="{8970C66A-29AC-449B-8C4D-C9185E2DCC3F}" dt="2026-02-04T22:56:08.823" v="7132" actId="478"/>
          <ac:picMkLst>
            <pc:docMk/>
            <pc:sldMk cId="3507975464" sldId="294"/>
            <ac:picMk id="2" creationId="{591199BB-EEB7-96D9-5C29-E979D44E10FD}"/>
          </ac:picMkLst>
        </pc:picChg>
        <pc:picChg chg="add mod ord">
          <ac:chgData name="Rahma Ghani" userId="791ab722-5eeb-498c-bbf5-3225dee9017e" providerId="ADAL" clId="{8970C66A-29AC-449B-8C4D-C9185E2DCC3F}" dt="2026-02-04T22:58:09.908" v="7232" actId="1076"/>
          <ac:picMkLst>
            <pc:docMk/>
            <pc:sldMk cId="3507975464" sldId="294"/>
            <ac:picMk id="3" creationId="{EF3BAD8E-3CE7-7BB4-8A57-E6132A66CA6D}"/>
          </ac:picMkLst>
        </pc:picChg>
      </pc:sldChg>
      <pc:sldChg chg="addSp delSp modSp add mod">
        <pc:chgData name="Rahma Ghani" userId="791ab722-5eeb-498c-bbf5-3225dee9017e" providerId="ADAL" clId="{8970C66A-29AC-449B-8C4D-C9185E2DCC3F}" dt="2026-02-05T10:01:42.401" v="8352" actId="790"/>
        <pc:sldMkLst>
          <pc:docMk/>
          <pc:sldMk cId="3059956196" sldId="295"/>
        </pc:sldMkLst>
        <pc:spChg chg="add mod">
          <ac:chgData name="Rahma Ghani" userId="791ab722-5eeb-498c-bbf5-3225dee9017e" providerId="ADAL" clId="{8970C66A-29AC-449B-8C4D-C9185E2DCC3F}" dt="2026-02-05T00:18:41.631" v="7807" actId="20577"/>
          <ac:spMkLst>
            <pc:docMk/>
            <pc:sldMk cId="3059956196" sldId="295"/>
            <ac:spMk id="2" creationId="{52C9F8AE-2950-2829-C090-410529B71AA3}"/>
          </ac:spMkLst>
        </pc:spChg>
        <pc:spChg chg="mod">
          <ac:chgData name="Rahma Ghani" userId="791ab722-5eeb-498c-bbf5-3225dee9017e" providerId="ADAL" clId="{8970C66A-29AC-449B-8C4D-C9185E2DCC3F}" dt="2026-02-05T10:01:42.401" v="8352" actId="790"/>
          <ac:spMkLst>
            <pc:docMk/>
            <pc:sldMk cId="3059956196" sldId="295"/>
            <ac:spMk id="4" creationId="{D3447320-59A9-434D-7B6F-CF7CB29EACF5}"/>
          </ac:spMkLst>
        </pc:spChg>
        <pc:spChg chg="add mod">
          <ac:chgData name="Rahma Ghani" userId="791ab722-5eeb-498c-bbf5-3225dee9017e" providerId="ADAL" clId="{8970C66A-29AC-449B-8C4D-C9185E2DCC3F}" dt="2026-02-05T10:01:42.401" v="8352" actId="790"/>
          <ac:spMkLst>
            <pc:docMk/>
            <pc:sldMk cId="3059956196" sldId="295"/>
            <ac:spMk id="5" creationId="{BFE32345-2CAA-3C11-D90D-13F0BFFF4CFF}"/>
          </ac:spMkLst>
        </pc:spChg>
        <pc:spChg chg="mod">
          <ac:chgData name="Rahma Ghani" userId="791ab722-5eeb-498c-bbf5-3225dee9017e" providerId="ADAL" clId="{8970C66A-29AC-449B-8C4D-C9185E2DCC3F}" dt="2026-02-05T10:01:42.401" v="8352" actId="790"/>
          <ac:spMkLst>
            <pc:docMk/>
            <pc:sldMk cId="3059956196" sldId="295"/>
            <ac:spMk id="7" creationId="{9A74A108-4911-AAC2-82C5-43F0ACE07638}"/>
          </ac:spMkLst>
        </pc:spChg>
        <pc:spChg chg="mod">
          <ac:chgData name="Rahma Ghani" userId="791ab722-5eeb-498c-bbf5-3225dee9017e" providerId="ADAL" clId="{8970C66A-29AC-449B-8C4D-C9185E2DCC3F}" dt="2026-02-05T10:01:42.401" v="8352" actId="790"/>
          <ac:spMkLst>
            <pc:docMk/>
            <pc:sldMk cId="3059956196" sldId="295"/>
            <ac:spMk id="10" creationId="{52360487-2E9A-84DA-7DB3-93A7B36A6934}"/>
          </ac:spMkLst>
        </pc:spChg>
        <pc:spChg chg="add del">
          <ac:chgData name="Rahma Ghani" userId="791ab722-5eeb-498c-bbf5-3225dee9017e" providerId="ADAL" clId="{8970C66A-29AC-449B-8C4D-C9185E2DCC3F}" dt="2026-02-05T00:12:38.853" v="7550" actId="478"/>
          <ac:spMkLst>
            <pc:docMk/>
            <pc:sldMk cId="3059956196" sldId="295"/>
            <ac:spMk id="13" creationId="{A4C56C1C-9BED-8EE8-BCE0-47378E559AC4}"/>
          </ac:spMkLst>
        </pc:spChg>
        <pc:spChg chg="mod">
          <ac:chgData name="Rahma Ghani" userId="791ab722-5eeb-498c-bbf5-3225dee9017e" providerId="ADAL" clId="{8970C66A-29AC-449B-8C4D-C9185E2DCC3F}" dt="2026-02-05T10:01:42.401" v="8352" actId="790"/>
          <ac:spMkLst>
            <pc:docMk/>
            <pc:sldMk cId="3059956196" sldId="295"/>
            <ac:spMk id="15" creationId="{89E72FE1-67B4-407F-781E-9A7481336152}"/>
          </ac:spMkLst>
        </pc:spChg>
        <pc:spChg chg="mod">
          <ac:chgData name="Rahma Ghani" userId="791ab722-5eeb-498c-bbf5-3225dee9017e" providerId="ADAL" clId="{8970C66A-29AC-449B-8C4D-C9185E2DCC3F}" dt="2026-02-05T10:01:42.401" v="8352" actId="790"/>
          <ac:spMkLst>
            <pc:docMk/>
            <pc:sldMk cId="3059956196" sldId="295"/>
            <ac:spMk id="16" creationId="{E1802444-494E-C99C-4D6F-B0D7F0B09248}"/>
          </ac:spMkLst>
        </pc:spChg>
        <pc:spChg chg="mod">
          <ac:chgData name="Rahma Ghani" userId="791ab722-5eeb-498c-bbf5-3225dee9017e" providerId="ADAL" clId="{8970C66A-29AC-449B-8C4D-C9185E2DCC3F}" dt="2026-02-05T10:01:42.401" v="8352" actId="790"/>
          <ac:spMkLst>
            <pc:docMk/>
            <pc:sldMk cId="3059956196" sldId="295"/>
            <ac:spMk id="18" creationId="{C67FE41D-3A0B-75AA-00E2-81EBB2103282}"/>
          </ac:spMkLst>
        </pc:spChg>
        <pc:spChg chg="mod">
          <ac:chgData name="Rahma Ghani" userId="791ab722-5eeb-498c-bbf5-3225dee9017e" providerId="ADAL" clId="{8970C66A-29AC-449B-8C4D-C9185E2DCC3F}" dt="2026-02-05T10:01:42.401" v="8352" actId="790"/>
          <ac:spMkLst>
            <pc:docMk/>
            <pc:sldMk cId="3059956196" sldId="295"/>
            <ac:spMk id="19" creationId="{74162DD9-BF43-906D-5B87-58EE713AF76B}"/>
          </ac:spMkLst>
        </pc:spChg>
        <pc:spChg chg="mod">
          <ac:chgData name="Rahma Ghani" userId="791ab722-5eeb-498c-bbf5-3225dee9017e" providerId="ADAL" clId="{8970C66A-29AC-449B-8C4D-C9185E2DCC3F}" dt="2026-02-05T10:01:42.401" v="8352" actId="790"/>
          <ac:spMkLst>
            <pc:docMk/>
            <pc:sldMk cId="3059956196" sldId="295"/>
            <ac:spMk id="20" creationId="{E8C3F906-51A2-CD5C-A10F-4AD1542BB835}"/>
          </ac:spMkLst>
        </pc:spChg>
        <pc:spChg chg="mod">
          <ac:chgData name="Rahma Ghani" userId="791ab722-5eeb-498c-bbf5-3225dee9017e" providerId="ADAL" clId="{8970C66A-29AC-449B-8C4D-C9185E2DCC3F}" dt="2026-02-05T10:01:42.401" v="8352" actId="790"/>
          <ac:spMkLst>
            <pc:docMk/>
            <pc:sldMk cId="3059956196" sldId="295"/>
            <ac:spMk id="32" creationId="{7AE49D66-61B1-E3D7-CDE2-1E38B1715F6A}"/>
          </ac:spMkLst>
        </pc:spChg>
        <pc:grpChg chg="mod">
          <ac:chgData name="Rahma Ghani" userId="791ab722-5eeb-498c-bbf5-3225dee9017e" providerId="ADAL" clId="{8970C66A-29AC-449B-8C4D-C9185E2DCC3F}" dt="2026-02-05T00:10:16.105" v="7360" actId="1035"/>
          <ac:grpSpMkLst>
            <pc:docMk/>
            <pc:sldMk cId="3059956196" sldId="295"/>
            <ac:grpSpMk id="12" creationId="{96A22A39-02C2-F6A7-89CE-8705BD30F825}"/>
          </ac:grpSpMkLst>
        </pc:grpChg>
        <pc:grpChg chg="mod">
          <ac:chgData name="Rahma Ghani" userId="791ab722-5eeb-498c-bbf5-3225dee9017e" providerId="ADAL" clId="{8970C66A-29AC-449B-8C4D-C9185E2DCC3F}" dt="2026-02-05T00:10:11.255" v="7356" actId="1036"/>
          <ac:grpSpMkLst>
            <pc:docMk/>
            <pc:sldMk cId="3059956196" sldId="295"/>
            <ac:grpSpMk id="14" creationId="{23445A4E-9FF1-888C-2014-6A3F481432D2}"/>
          </ac:grpSpMkLst>
        </pc:grpChg>
        <pc:grpChg chg="mod">
          <ac:chgData name="Rahma Ghani" userId="791ab722-5eeb-498c-bbf5-3225dee9017e" providerId="ADAL" clId="{8970C66A-29AC-449B-8C4D-C9185E2DCC3F}" dt="2026-02-05T00:10:08.728" v="7354" actId="1037"/>
          <ac:grpSpMkLst>
            <pc:docMk/>
            <pc:sldMk cId="3059956196" sldId="295"/>
            <ac:grpSpMk id="21" creationId="{3180B1F5-B1E6-BC7E-0903-11779F1A0103}"/>
          </ac:grpSpMkLst>
        </pc:grpChg>
        <pc:grpChg chg="mod">
          <ac:chgData name="Rahma Ghani" userId="791ab722-5eeb-498c-bbf5-3225dee9017e" providerId="ADAL" clId="{8970C66A-29AC-449B-8C4D-C9185E2DCC3F}" dt="2026-02-05T00:10:13.295" v="7358" actId="1038"/>
          <ac:grpSpMkLst>
            <pc:docMk/>
            <pc:sldMk cId="3059956196" sldId="295"/>
            <ac:grpSpMk id="28" creationId="{F9B6AE86-B57E-1BA3-6759-81A21B063A12}"/>
          </ac:grpSpMkLst>
        </pc:grpChg>
        <pc:picChg chg="del">
          <ac:chgData name="Rahma Ghani" userId="791ab722-5eeb-498c-bbf5-3225dee9017e" providerId="ADAL" clId="{8970C66A-29AC-449B-8C4D-C9185E2DCC3F}" dt="2026-02-05T00:10:05.931" v="7352" actId="478"/>
          <ac:picMkLst>
            <pc:docMk/>
            <pc:sldMk cId="3059956196" sldId="295"/>
            <ac:picMk id="3" creationId="{EA80F38E-C822-6E4B-71F3-B2C51746626C}"/>
          </ac:picMkLst>
        </pc:picChg>
        <pc:picChg chg="add mod">
          <ac:chgData name="Rahma Ghani" userId="791ab722-5eeb-498c-bbf5-3225dee9017e" providerId="ADAL" clId="{8970C66A-29AC-449B-8C4D-C9185E2DCC3F}" dt="2026-02-05T00:13:07.376" v="7554" actId="1076"/>
          <ac:picMkLst>
            <pc:docMk/>
            <pc:sldMk cId="3059956196" sldId="295"/>
            <ac:picMk id="1030" creationId="{67A4FB0D-1BD9-3C90-4C0B-1F7B5755D402}"/>
          </ac:picMkLst>
        </pc:picChg>
        <pc:picChg chg="add mod">
          <ac:chgData name="Rahma Ghani" userId="791ab722-5eeb-498c-bbf5-3225dee9017e" providerId="ADAL" clId="{8970C66A-29AC-449B-8C4D-C9185E2DCC3F}" dt="2026-02-05T00:15:48.665" v="7568" actId="14100"/>
          <ac:picMkLst>
            <pc:docMk/>
            <pc:sldMk cId="3059956196" sldId="295"/>
            <ac:picMk id="1032" creationId="{31F60514-5705-877A-95DC-D702C7633AA1}"/>
          </ac:picMkLst>
        </pc:picChg>
        <pc:picChg chg="add mod">
          <ac:chgData name="Rahma Ghani" userId="791ab722-5eeb-498c-bbf5-3225dee9017e" providerId="ADAL" clId="{8970C66A-29AC-449B-8C4D-C9185E2DCC3F}" dt="2026-02-05T00:15:44.985" v="7567" actId="1076"/>
          <ac:picMkLst>
            <pc:docMk/>
            <pc:sldMk cId="3059956196" sldId="295"/>
            <ac:picMk id="1034" creationId="{AAEEFFB5-EC3E-6893-E83E-A336960161A4}"/>
          </ac:picMkLst>
        </pc:picChg>
      </pc:sldChg>
      <pc:sldChg chg="addSp delSp modSp add del mod">
        <pc:chgData name="Rahma Ghani" userId="791ab722-5eeb-498c-bbf5-3225dee9017e" providerId="ADAL" clId="{8970C66A-29AC-449B-8C4D-C9185E2DCC3F}" dt="2026-02-05T00:10:00.836" v="7350" actId="2696"/>
        <pc:sldMkLst>
          <pc:docMk/>
          <pc:sldMk cId="3533808839" sldId="295"/>
        </pc:sldMkLst>
        <pc:spChg chg="add mod">
          <ac:chgData name="Rahma Ghani" userId="791ab722-5eeb-498c-bbf5-3225dee9017e" providerId="ADAL" clId="{8970C66A-29AC-449B-8C4D-C9185E2DCC3F}" dt="2026-02-05T00:09:46.370" v="7349" actId="1076"/>
          <ac:spMkLst>
            <pc:docMk/>
            <pc:sldMk cId="3533808839" sldId="295"/>
            <ac:spMk id="2" creationId="{94C20759-0568-33B9-70AE-180E8A1646A9}"/>
          </ac:spMkLst>
        </pc:spChg>
        <pc:spChg chg="del">
          <ac:chgData name="Rahma Ghani" userId="791ab722-5eeb-498c-bbf5-3225dee9017e" providerId="ADAL" clId="{8970C66A-29AC-449B-8C4D-C9185E2DCC3F}" dt="2026-02-05T00:08:20.729" v="7266" actId="478"/>
          <ac:spMkLst>
            <pc:docMk/>
            <pc:sldMk cId="3533808839" sldId="295"/>
            <ac:spMk id="4" creationId="{4E1CBC23-4F4D-5B39-4E8E-40CF4AE1A2E7}"/>
          </ac:spMkLst>
        </pc:spChg>
        <pc:grpChg chg="mod">
          <ac:chgData name="Rahma Ghani" userId="791ab722-5eeb-498c-bbf5-3225dee9017e" providerId="ADAL" clId="{8970C66A-29AC-449B-8C4D-C9185E2DCC3F}" dt="2026-02-05T00:08:25.715" v="7270" actId="1035"/>
          <ac:grpSpMkLst>
            <pc:docMk/>
            <pc:sldMk cId="3533808839" sldId="295"/>
            <ac:grpSpMk id="12" creationId="{F6A8B52F-B791-C7EE-69AA-6A1965C57374}"/>
          </ac:grpSpMkLst>
        </pc:grpChg>
        <pc:grpChg chg="mod">
          <ac:chgData name="Rahma Ghani" userId="791ab722-5eeb-498c-bbf5-3225dee9017e" providerId="ADAL" clId="{8970C66A-29AC-449B-8C4D-C9185E2DCC3F}" dt="2026-02-05T00:08:31.195" v="7274" actId="1036"/>
          <ac:grpSpMkLst>
            <pc:docMk/>
            <pc:sldMk cId="3533808839" sldId="295"/>
            <ac:grpSpMk id="14" creationId="{13C87253-3F19-D201-D966-A1EA55928F60}"/>
          </ac:grpSpMkLst>
        </pc:grpChg>
        <pc:grpChg chg="mod">
          <ac:chgData name="Rahma Ghani" userId="791ab722-5eeb-498c-bbf5-3225dee9017e" providerId="ADAL" clId="{8970C66A-29AC-449B-8C4D-C9185E2DCC3F}" dt="2026-02-05T00:08:22.922" v="7268" actId="1037"/>
          <ac:grpSpMkLst>
            <pc:docMk/>
            <pc:sldMk cId="3533808839" sldId="295"/>
            <ac:grpSpMk id="21" creationId="{AF2DB7BF-AFA4-7EC4-73E7-B373E2939015}"/>
          </ac:grpSpMkLst>
        </pc:grpChg>
        <pc:grpChg chg="mod">
          <ac:chgData name="Rahma Ghani" userId="791ab722-5eeb-498c-bbf5-3225dee9017e" providerId="ADAL" clId="{8970C66A-29AC-449B-8C4D-C9185E2DCC3F}" dt="2026-02-05T00:08:27.367" v="7272" actId="1038"/>
          <ac:grpSpMkLst>
            <pc:docMk/>
            <pc:sldMk cId="3533808839" sldId="295"/>
            <ac:grpSpMk id="28" creationId="{CF0C1B8C-4530-EA08-8EBE-5CEF203309C0}"/>
          </ac:grpSpMkLst>
        </pc:grpChg>
        <pc:picChg chg="del">
          <ac:chgData name="Rahma Ghani" userId="791ab722-5eeb-498c-bbf5-3225dee9017e" providerId="ADAL" clId="{8970C66A-29AC-449B-8C4D-C9185E2DCC3F}" dt="2026-02-05T00:08:18.951" v="7265" actId="478"/>
          <ac:picMkLst>
            <pc:docMk/>
            <pc:sldMk cId="3533808839" sldId="295"/>
            <ac:picMk id="3" creationId="{6FACC564-F937-B632-3A0A-FD3123EEF536}"/>
          </ac:picMkLst>
        </pc:picChg>
      </pc:sldChg>
      <pc:sldMasterChg chg="setBg modSldLayout">
        <pc:chgData name="Rahma Ghani" userId="791ab722-5eeb-498c-bbf5-3225dee9017e" providerId="ADAL" clId="{8970C66A-29AC-449B-8C4D-C9185E2DCC3F}" dt="2026-01-30T15:26:39.130" v="382"/>
        <pc:sldMasterMkLst>
          <pc:docMk/>
          <pc:sldMasterMk cId="1977271180" sldId="2147483648"/>
        </pc:sldMasterMkLst>
        <pc:sldLayoutChg chg="setBg">
          <pc:chgData name="Rahma Ghani" userId="791ab722-5eeb-498c-bbf5-3225dee9017e" providerId="ADAL" clId="{8970C66A-29AC-449B-8C4D-C9185E2DCC3F}" dt="2026-01-30T15:26:39.130" v="382"/>
          <pc:sldLayoutMkLst>
            <pc:docMk/>
            <pc:sldMasterMk cId="1977271180" sldId="2147483648"/>
            <pc:sldLayoutMk cId="1676021762" sldId="2147483649"/>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2096343256" sldId="2147483650"/>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310562716" sldId="2147483651"/>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1789689908" sldId="2147483652"/>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1597465111" sldId="2147483653"/>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4253690319" sldId="2147483654"/>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2266153051" sldId="2147483655"/>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2549301157" sldId="2147483656"/>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2231750445" sldId="2147483657"/>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4270771417" sldId="2147483658"/>
          </pc:sldLayoutMkLst>
        </pc:sldLayoutChg>
        <pc:sldLayoutChg chg="setBg">
          <pc:chgData name="Rahma Ghani" userId="791ab722-5eeb-498c-bbf5-3225dee9017e" providerId="ADAL" clId="{8970C66A-29AC-449B-8C4D-C9185E2DCC3F}" dt="2026-01-30T15:26:39.130" v="382"/>
          <pc:sldLayoutMkLst>
            <pc:docMk/>
            <pc:sldMasterMk cId="1977271180" sldId="2147483648"/>
            <pc:sldLayoutMk cId="4151808454"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715C-22A6-4FAB-922A-76CB681713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990A583-13F8-E486-604D-1B7049DC95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891EEA3-9599-DF9D-4E31-6B00BAAA84C9}"/>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5" name="Footer Placeholder 4">
            <a:extLst>
              <a:ext uri="{FF2B5EF4-FFF2-40B4-BE49-F238E27FC236}">
                <a16:creationId xmlns:a16="http://schemas.microsoft.com/office/drawing/2014/main" id="{356D99D7-AA9E-D51A-0F45-8380285017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23B4B8-CEA0-88CF-C453-03BDC1266C87}"/>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167602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763D4-2AB8-A13A-B3AF-6328F0FCE96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0103B03-90EE-1A0E-9859-614EF5469D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6A9E67-DE3E-B774-F05D-D9D09911D793}"/>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5" name="Footer Placeholder 4">
            <a:extLst>
              <a:ext uri="{FF2B5EF4-FFF2-40B4-BE49-F238E27FC236}">
                <a16:creationId xmlns:a16="http://schemas.microsoft.com/office/drawing/2014/main" id="{469DFD5A-7F9C-D6D9-7C40-56A91F6836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245073-BE8B-45D3-011C-6C67208A748B}"/>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2096343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2978D-EB54-569D-881D-0DA4D98A7F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D90D5BA-8CA2-1AF3-5F92-1DB6A83591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827CF6-F551-4A9E-7977-04AC62B36526}"/>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5" name="Footer Placeholder 4">
            <a:extLst>
              <a:ext uri="{FF2B5EF4-FFF2-40B4-BE49-F238E27FC236}">
                <a16:creationId xmlns:a16="http://schemas.microsoft.com/office/drawing/2014/main" id="{7257F89F-EEBD-500A-B44F-7C673EC850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6D4527-8BD5-5D83-B853-C4F559BCA14C}"/>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310562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759E-1C71-18E9-7DD0-D77091EE821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87732D-3395-2C37-E2C4-ECA1092D27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4B192B7-179A-DA56-B56E-6EA77420E9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C6120D0-7CEF-A09C-BCED-712032ACEBA3}"/>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6" name="Footer Placeholder 5">
            <a:extLst>
              <a:ext uri="{FF2B5EF4-FFF2-40B4-BE49-F238E27FC236}">
                <a16:creationId xmlns:a16="http://schemas.microsoft.com/office/drawing/2014/main" id="{9F5A96CE-8B5D-FBE5-5826-CCD75EE8ECA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56F3E7-405C-F5EF-4FE9-DEA2EFDA56FB}"/>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1789689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F90A-519D-6BB3-C4D4-099E1E4BECB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4EE85B5-9D25-EAA3-ACD9-AD0BEF67C9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C8C49F-21AD-AFF8-6C6A-1E79E6E1B0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12C133-4412-4B53-F237-E9C43C0BDA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36659-329C-E526-CC01-2153897568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51F089F-2281-183D-D35C-EF7D32B17631}"/>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8" name="Footer Placeholder 7">
            <a:extLst>
              <a:ext uri="{FF2B5EF4-FFF2-40B4-BE49-F238E27FC236}">
                <a16:creationId xmlns:a16="http://schemas.microsoft.com/office/drawing/2014/main" id="{DA50F99F-C2D0-6B00-4F38-942BB02EA9E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B00ADC6-B87E-CA6B-47F2-8E35B756B458}"/>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1597465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4081-039C-586E-E9DD-7FA5E0BE691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1D2C1DB-7176-EEC3-F904-3350C5B37E6B}"/>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4" name="Footer Placeholder 3">
            <a:extLst>
              <a:ext uri="{FF2B5EF4-FFF2-40B4-BE49-F238E27FC236}">
                <a16:creationId xmlns:a16="http://schemas.microsoft.com/office/drawing/2014/main" id="{E5859658-3D8B-FFD8-1A0B-851C1D9EE99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C85A4B-1269-4BB0-FAC7-FDFD628BBBE7}"/>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4253690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8BD807-09D3-CE48-C572-DA57BFCA54BD}"/>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3" name="Footer Placeholder 2">
            <a:extLst>
              <a:ext uri="{FF2B5EF4-FFF2-40B4-BE49-F238E27FC236}">
                <a16:creationId xmlns:a16="http://schemas.microsoft.com/office/drawing/2014/main" id="{E94BE4DB-DAE8-E5EB-B3D6-BD40215DCC7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17FB760-2239-A86E-3527-849EB35878C9}"/>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226615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BDCC6-80EC-CDA2-B74E-7BF59C4DDB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9332847-1B6E-A1F9-B33B-7AE57FFC4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97D7435-54BA-6E1D-A2D5-8BE867273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198B15-F42B-DF51-283E-8C2A4CC73ED9}"/>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6" name="Footer Placeholder 5">
            <a:extLst>
              <a:ext uri="{FF2B5EF4-FFF2-40B4-BE49-F238E27FC236}">
                <a16:creationId xmlns:a16="http://schemas.microsoft.com/office/drawing/2014/main" id="{D55D38C5-31B2-3597-E24E-73E481AC5EF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5F8FCD-E15A-25A6-F98B-DDA4FAAD89CD}"/>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2549301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9A81A-D011-61C1-FA64-A990A74C52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2168072-C434-638B-4921-E3CED01A15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C272FA4-3530-28A5-00D4-442790AFAF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BB18F9-76C4-1A7E-F12E-F8260A42A139}"/>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6" name="Footer Placeholder 5">
            <a:extLst>
              <a:ext uri="{FF2B5EF4-FFF2-40B4-BE49-F238E27FC236}">
                <a16:creationId xmlns:a16="http://schemas.microsoft.com/office/drawing/2014/main" id="{F077D07C-9D09-D9EA-8D1D-8623F2A800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0C20EB-CE65-AD47-CA64-1EE7FF446B5C}"/>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2231750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BC5AA-0874-36E9-1268-0185DDB5ADC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06D9154-8B42-4F00-B586-78A9E77D8D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0F0F2C-564D-204D-3A96-D5BB0A054413}"/>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5" name="Footer Placeholder 4">
            <a:extLst>
              <a:ext uri="{FF2B5EF4-FFF2-40B4-BE49-F238E27FC236}">
                <a16:creationId xmlns:a16="http://schemas.microsoft.com/office/drawing/2014/main" id="{C6923EBE-E174-6038-7DD5-3E35A0B078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02213C-18E0-1BC0-A594-6183381C63EF}"/>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4270771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6B55E9-DC67-FD8E-E9DF-A92B3C207C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AB7756-7535-F5A9-1E92-A9430BE244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81322B-267A-2FD4-8B26-B5DD84AFDC08}"/>
              </a:ext>
            </a:extLst>
          </p:cNvPr>
          <p:cNvSpPr>
            <a:spLocks noGrp="1"/>
          </p:cNvSpPr>
          <p:nvPr>
            <p:ph type="dt" sz="half" idx="10"/>
          </p:nvPr>
        </p:nvSpPr>
        <p:spPr/>
        <p:txBody>
          <a:bodyPr/>
          <a:lstStyle/>
          <a:p>
            <a:fld id="{62D5AB42-5E00-4E4A-B2CF-B1673D8F1AD0}" type="datetimeFigureOut">
              <a:rPr lang="en-GB" smtClean="0"/>
              <a:t>05/02/2026</a:t>
            </a:fld>
            <a:endParaRPr lang="en-GB"/>
          </a:p>
        </p:txBody>
      </p:sp>
      <p:sp>
        <p:nvSpPr>
          <p:cNvPr id="5" name="Footer Placeholder 4">
            <a:extLst>
              <a:ext uri="{FF2B5EF4-FFF2-40B4-BE49-F238E27FC236}">
                <a16:creationId xmlns:a16="http://schemas.microsoft.com/office/drawing/2014/main" id="{B773D4F5-5338-6D7D-FCC4-0D888CF985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B68A73-3C2D-4C1A-C72C-6CE180094BA4}"/>
              </a:ext>
            </a:extLst>
          </p:cNvPr>
          <p:cNvSpPr>
            <a:spLocks noGrp="1"/>
          </p:cNvSpPr>
          <p:nvPr>
            <p:ph type="sldNum" sz="quarter" idx="12"/>
          </p:nvPr>
        </p:nvSpPr>
        <p:spPr/>
        <p:txBody>
          <a:bodyPr/>
          <a:lstStyle/>
          <a:p>
            <a:fld id="{0246881F-8E7D-4FDC-B9CB-9AA1AE984D9F}" type="slidenum">
              <a:rPr lang="en-GB" smtClean="0"/>
              <a:t>‹#›</a:t>
            </a:fld>
            <a:endParaRPr lang="en-GB"/>
          </a:p>
        </p:txBody>
      </p:sp>
    </p:spTree>
    <p:extLst>
      <p:ext uri="{BB962C8B-B14F-4D97-AF65-F5344CB8AC3E}">
        <p14:creationId xmlns:p14="http://schemas.microsoft.com/office/powerpoint/2010/main" val="4151808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F21D3E-5C5E-8C60-F825-CBAFF8CF83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116220-FF25-C269-89A7-F108134DC2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255094-08F7-896C-37B7-CA1F298B63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5AB42-5E00-4E4A-B2CF-B1673D8F1AD0}" type="datetimeFigureOut">
              <a:rPr lang="en-GB" smtClean="0"/>
              <a:t>05/02/2026</a:t>
            </a:fld>
            <a:endParaRPr lang="en-GB"/>
          </a:p>
        </p:txBody>
      </p:sp>
      <p:sp>
        <p:nvSpPr>
          <p:cNvPr id="5" name="Footer Placeholder 4">
            <a:extLst>
              <a:ext uri="{FF2B5EF4-FFF2-40B4-BE49-F238E27FC236}">
                <a16:creationId xmlns:a16="http://schemas.microsoft.com/office/drawing/2014/main" id="{B3D3C6AA-8C66-5234-FA5B-5D5AE21280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7C1FE5D-499C-8B68-2E9D-92E15BC17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46881F-8E7D-4FDC-B9CB-9AA1AE984D9F}" type="slidenum">
              <a:rPr lang="en-GB" smtClean="0"/>
              <a:t>‹#›</a:t>
            </a:fld>
            <a:endParaRPr lang="en-GB"/>
          </a:p>
        </p:txBody>
      </p:sp>
    </p:spTree>
    <p:extLst>
      <p:ext uri="{BB962C8B-B14F-4D97-AF65-F5344CB8AC3E}">
        <p14:creationId xmlns:p14="http://schemas.microsoft.com/office/powerpoint/2010/main" val="1977271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7325-2951-EF72-0FDA-F9AD217FB0D4}"/>
              </a:ext>
            </a:extLst>
          </p:cNvPr>
          <p:cNvSpPr>
            <a:spLocks noGrp="1"/>
          </p:cNvSpPr>
          <p:nvPr>
            <p:ph type="ctrTitle"/>
          </p:nvPr>
        </p:nvSpPr>
        <p:spPr>
          <a:xfrm>
            <a:off x="2785110" y="2811805"/>
            <a:ext cx="6621780" cy="1010187"/>
          </a:xfrm>
        </p:spPr>
        <p:txBody>
          <a:bodyPr/>
          <a:lstStyle/>
          <a:p>
            <a:r>
              <a:rPr lang="en-GB" noProof="0" dirty="0"/>
              <a:t>I</a:t>
            </a:r>
            <a:r>
              <a:rPr lang="en-GB" dirty="0"/>
              <a:t>PD</a:t>
            </a:r>
            <a:r>
              <a:rPr lang="en-GB" noProof="0" dirty="0"/>
              <a:t> - Presentation</a:t>
            </a:r>
          </a:p>
        </p:txBody>
      </p:sp>
      <p:grpSp>
        <p:nvGrpSpPr>
          <p:cNvPr id="12" name="Group 11">
            <a:extLst>
              <a:ext uri="{FF2B5EF4-FFF2-40B4-BE49-F238E27FC236}">
                <a16:creationId xmlns:a16="http://schemas.microsoft.com/office/drawing/2014/main" id="{687939B9-1D3D-D249-DB4F-5529BB697258}"/>
              </a:ext>
            </a:extLst>
          </p:cNvPr>
          <p:cNvGrpSpPr/>
          <p:nvPr/>
        </p:nvGrpSpPr>
        <p:grpSpPr>
          <a:xfrm>
            <a:off x="-746760" y="-67056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81048F3A-5A19-B945-4419-A89A69C3E995}"/>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9AE1194E-DA4B-D3D3-2CDF-FBF67CCDE60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4CD87D73-3E47-8EC9-8190-86D7DEF932AF}"/>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4865E578-7885-94BC-7991-9755FF4AF94F}"/>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03788390-A578-62A5-9869-31D4285165E6}"/>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E1BB06BA-8BCF-1122-708C-F92C3F74675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5E666475-B721-EF11-2FCE-28971C837D2D}"/>
              </a:ext>
            </a:extLst>
          </p:cNvPr>
          <p:cNvGrpSpPr/>
          <p:nvPr/>
        </p:nvGrpSpPr>
        <p:grpSpPr>
          <a:xfrm rot="10800000">
            <a:off x="-511189" y="543387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8D026633-7576-4AAF-79EA-9DB74F52BC9E}"/>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E05FDCBD-E0F8-6E48-7FBA-76B120FEBDD0}"/>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5DF51F93-045C-D7DD-60F8-8A4E0602FE3A}"/>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BBF80E4A-8480-7950-3985-D5B60FDA4E6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9FE73003-D67C-C4E7-0079-E7D689882AAD}"/>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2CC9ACE6-8551-A10D-DE8B-A4B1345B05FE}"/>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B698B7E3-FF90-87BE-8EF8-027587DE090F}"/>
              </a:ext>
            </a:extLst>
          </p:cNvPr>
          <p:cNvGrpSpPr/>
          <p:nvPr/>
        </p:nvGrpSpPr>
        <p:grpSpPr>
          <a:xfrm rot="16200000">
            <a:off x="-324962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CE0DD49B-F1E5-AE03-C9BE-9058E1CA679A}"/>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6B11C2C9-F716-0211-356E-552AEA626296}"/>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0A1674F6-455A-3CD4-AD01-8E3FEBC9F753}"/>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3FA00FDE-7D40-779B-27B0-FB9A1617525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3992D7DF-BC09-A1A6-A596-671E28120C3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17E5DD1C-DA69-BFBC-A157-1DAE416596BD}"/>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EF21482A-E802-E0FD-17EC-7769C8610107}"/>
              </a:ext>
            </a:extLst>
          </p:cNvPr>
          <p:cNvGrpSpPr/>
          <p:nvPr/>
        </p:nvGrpSpPr>
        <p:grpSpPr>
          <a:xfrm rot="5400000">
            <a:off x="833659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1A4648B5-F29A-581F-1D6C-EDF13FAE46D7}"/>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8CB0373F-ACA2-E64F-8066-BE6186D69DEE}"/>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73D0CDE0-A3CD-B293-CFEE-1E775B9D961B}"/>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576D3C07-FD74-7EE1-8FD4-E562AEC2E6FE}"/>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C5AE66F8-0FB3-3858-F9CA-A94D10A4D2D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E9D5EEF1-C1A8-2646-E6E4-FD55A0D8B93F}"/>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Tree>
    <p:extLst>
      <p:ext uri="{BB962C8B-B14F-4D97-AF65-F5344CB8AC3E}">
        <p14:creationId xmlns:p14="http://schemas.microsoft.com/office/powerpoint/2010/main" val="12443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1B5AA-0DE7-48AA-C627-2FC88C0DFBEC}"/>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55B4621E-865A-92BF-73EC-269442432AB8}"/>
              </a:ext>
            </a:extLst>
          </p:cNvPr>
          <p:cNvGrpSpPr/>
          <p:nvPr/>
        </p:nvGrpSpPr>
        <p:grpSpPr>
          <a:xfrm>
            <a:off x="-746760" y="-69088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553264E2-EAA7-E903-3050-F878D3F20587}"/>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3ECE5F50-8910-B795-543D-5BA243287689}"/>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A30A25C2-0743-35E8-49AA-9F31506CF15C}"/>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DE611858-BC99-6C6D-D8A8-756D29F94CC0}"/>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FA4C463E-06B7-FB69-37FE-2F3D1CDF29FF}"/>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962C8A4F-31E6-7FD0-CBA4-4F3DACDC7249}"/>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2F40F7EA-328B-3DAD-C8BF-CF2310B2D3E3}"/>
              </a:ext>
            </a:extLst>
          </p:cNvPr>
          <p:cNvGrpSpPr/>
          <p:nvPr/>
        </p:nvGrpSpPr>
        <p:grpSpPr>
          <a:xfrm rot="10800000">
            <a:off x="-511189" y="545419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4519FD98-5950-71F4-DD31-47F82F2095B9}"/>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FA045DE3-105A-9EAA-8553-86255FCBC2BA}"/>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33A4CDFD-5F85-B3B4-3879-17B1AAE8E07E}"/>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F8AEF219-E2ED-44A3-64B4-BD5EDDBE9C94}"/>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013257C8-1FCA-5ECA-EA43-36E6983F178C}"/>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710335F2-0FAD-B8EC-1DA0-E4CB46C502F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F72ADAF9-7F0C-EAB5-A68D-653D08402E9D}"/>
              </a:ext>
            </a:extLst>
          </p:cNvPr>
          <p:cNvGrpSpPr/>
          <p:nvPr/>
        </p:nvGrpSpPr>
        <p:grpSpPr>
          <a:xfrm rot="16200000">
            <a:off x="-326994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25E51157-79A4-3DF6-9B13-45EFA5DB7AA4}"/>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D7DDCC9B-BCD8-7901-01DB-A05F237FB52B}"/>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EF9CB11A-4A03-A438-DBF4-9C2937DFCA0B}"/>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CF76423C-29C6-62AF-7F1F-F6FCC6ABD27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A65E54C4-EBD4-BA2C-AF7E-224C03FF0A9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E430F866-54AC-4EAD-AB4F-EDF4C1FE58FB}"/>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84990DFF-E8B5-AFB5-924F-FD65C2653D99}"/>
              </a:ext>
            </a:extLst>
          </p:cNvPr>
          <p:cNvGrpSpPr/>
          <p:nvPr/>
        </p:nvGrpSpPr>
        <p:grpSpPr>
          <a:xfrm rot="5400000">
            <a:off x="835691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FD9B8C1C-EC28-DD68-3845-798BA31E44BD}"/>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859DD6A8-EF88-B7CD-4368-9158808D9DB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E26BDE79-6F83-21E6-D7DB-55439ECF86FF}"/>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5BDD776C-5E0A-1027-0457-30A36135697A}"/>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59803321-77AD-E27D-884C-7C4EC7BA3C9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5E761D03-83F1-EC93-8085-9E2E10C5341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5" name="TextBox 4">
            <a:extLst>
              <a:ext uri="{FF2B5EF4-FFF2-40B4-BE49-F238E27FC236}">
                <a16:creationId xmlns:a16="http://schemas.microsoft.com/office/drawing/2014/main" id="{BBB009E6-1EBB-439C-18A6-4E74F1AD315F}"/>
              </a:ext>
            </a:extLst>
          </p:cNvPr>
          <p:cNvSpPr txBox="1"/>
          <p:nvPr/>
        </p:nvSpPr>
        <p:spPr>
          <a:xfrm>
            <a:off x="1645920" y="1735480"/>
            <a:ext cx="6964680" cy="3970318"/>
          </a:xfrm>
          <a:prstGeom prst="rect">
            <a:avLst/>
          </a:prstGeom>
          <a:noFill/>
        </p:spPr>
        <p:txBody>
          <a:bodyPr wrap="square">
            <a:spAutoFit/>
          </a:bodyPr>
          <a:lstStyle/>
          <a:p>
            <a:r>
              <a:rPr lang="en-GB" sz="3600" noProof="0" dirty="0"/>
              <a:t>Progresses I have made:</a:t>
            </a:r>
          </a:p>
          <a:p>
            <a:pPr marL="571500" indent="-571500">
              <a:buFont typeface="Arial" panose="020B0604020202020204" pitchFamily="34" charset="0"/>
              <a:buChar char="•"/>
            </a:pPr>
            <a:r>
              <a:rPr lang="en-GB" sz="3600" noProof="0" dirty="0"/>
              <a:t>Improved Stakeholders</a:t>
            </a:r>
          </a:p>
          <a:p>
            <a:pPr marL="571500" indent="-571500">
              <a:buFont typeface="Arial" panose="020B0604020202020204" pitchFamily="34" charset="0"/>
              <a:buChar char="•"/>
            </a:pPr>
            <a:r>
              <a:rPr lang="en-GB" sz="3600" noProof="0" dirty="0"/>
              <a:t>Complete Project requirements</a:t>
            </a:r>
          </a:p>
          <a:p>
            <a:pPr marL="571500" indent="-571500">
              <a:buFont typeface="Arial" panose="020B0604020202020204" pitchFamily="34" charset="0"/>
              <a:buChar char="•"/>
            </a:pPr>
            <a:r>
              <a:rPr lang="en-GB" sz="3600" noProof="0" dirty="0"/>
              <a:t>Designing Systems </a:t>
            </a:r>
          </a:p>
          <a:p>
            <a:pPr marL="571500" indent="-571500">
              <a:buFont typeface="Arial" panose="020B0604020202020204" pitchFamily="34" charset="0"/>
              <a:buChar char="•"/>
            </a:pPr>
            <a:r>
              <a:rPr lang="en-GB" sz="3600" noProof="0" dirty="0"/>
              <a:t>Updated Gantt chart</a:t>
            </a:r>
          </a:p>
          <a:p>
            <a:pPr marL="571500" indent="-571500">
              <a:buFont typeface="Arial" panose="020B0604020202020204" pitchFamily="34" charset="0"/>
              <a:buChar char="•"/>
            </a:pPr>
            <a:r>
              <a:rPr lang="en-GB" sz="3600" noProof="0" dirty="0" err="1"/>
              <a:t>Jupyter</a:t>
            </a:r>
            <a:r>
              <a:rPr lang="en-GB" sz="3600" noProof="0" dirty="0"/>
              <a:t> Notebook - prototype</a:t>
            </a:r>
          </a:p>
          <a:p>
            <a:pPr marL="571500" indent="-571500">
              <a:buFont typeface="Arial" panose="020B0604020202020204" pitchFamily="34" charset="0"/>
              <a:buChar char="•"/>
            </a:pPr>
            <a:endParaRPr lang="en-GB" sz="3600" noProof="0" dirty="0"/>
          </a:p>
        </p:txBody>
      </p:sp>
    </p:spTree>
    <p:extLst>
      <p:ext uri="{BB962C8B-B14F-4D97-AF65-F5344CB8AC3E}">
        <p14:creationId xmlns:p14="http://schemas.microsoft.com/office/powerpoint/2010/main" val="3204607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ABE94-FF3C-C858-3D6E-99AAE8B97E5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71E9634C-C195-6BF8-05A0-FC6E02927B19}"/>
              </a:ext>
            </a:extLst>
          </p:cNvPr>
          <p:cNvGrpSpPr/>
          <p:nvPr/>
        </p:nvGrpSpPr>
        <p:grpSpPr>
          <a:xfrm>
            <a:off x="-746760" y="-71120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68D1DD83-141D-EB0F-EA84-A9DCD37FCF2C}"/>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71640E3B-2CED-8C4E-0583-E07A2B7DC05C}"/>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CD65745C-F9D4-9B83-A9DF-CFFA9A5E51ED}"/>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6F28D778-CE7E-50BB-3FE5-150F864AF55C}"/>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7AB09346-72F5-A9F4-91FF-3D04949C20FF}"/>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E32D3D5E-479D-C773-E522-4A00016B5A1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663E8A76-282B-01DD-178A-D664E5D58126}"/>
              </a:ext>
            </a:extLst>
          </p:cNvPr>
          <p:cNvGrpSpPr/>
          <p:nvPr/>
        </p:nvGrpSpPr>
        <p:grpSpPr>
          <a:xfrm rot="10800000">
            <a:off x="-511189" y="547451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5A807C32-4B5B-CAFE-72DF-A6C36E87B476}"/>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6AAFE5AC-6439-ECA6-4986-6509A2CC3597}"/>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1FD7202B-5BA8-C990-5359-5C1B61CA1531}"/>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9D643B92-B8A6-6320-F48D-3BA8C2C38EE3}"/>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B6009878-D911-87FC-9EB2-CC9E98B8776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C58DCBA3-2153-3E88-4DF7-7086330ABC84}"/>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6983D723-A632-5AD2-DA8C-C5072E87A596}"/>
              </a:ext>
            </a:extLst>
          </p:cNvPr>
          <p:cNvGrpSpPr/>
          <p:nvPr/>
        </p:nvGrpSpPr>
        <p:grpSpPr>
          <a:xfrm rot="16200000">
            <a:off x="-329026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C16ED6B2-2244-4455-C344-BE89EE77E3C3}"/>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EA5D67EE-91C6-97CB-0F64-282FD29BAF37}"/>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7460BC34-3982-EC8C-ACDB-022781E37EA5}"/>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9F6B4429-EC27-9503-570C-6DFA6FE8AAD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57B9C2F5-D7AF-F3FB-0B3C-B798A5DAC449}"/>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91F66A46-B29D-357F-F25A-A95BF0B0A5DE}"/>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A032FB55-D8CB-9A0C-5D2C-E79176EC3465}"/>
              </a:ext>
            </a:extLst>
          </p:cNvPr>
          <p:cNvGrpSpPr/>
          <p:nvPr/>
        </p:nvGrpSpPr>
        <p:grpSpPr>
          <a:xfrm rot="5400000">
            <a:off x="837723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A3F1C194-2AB3-65B6-3BDD-4F0527CDC2C6}"/>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79093F74-F4DD-042B-1D56-0BC34BC0E9EC}"/>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B26CCC2A-721D-B9D5-BBCC-6184448A49DF}"/>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3D934468-2194-F73F-8B79-8D7AB3CD26BE}"/>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9BB251A7-5976-DED1-E6B4-6A67F18D869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1CEDBC21-E5C0-0F6F-BA36-9528245E4419}"/>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3" name="TextBox 2">
            <a:extLst>
              <a:ext uri="{FF2B5EF4-FFF2-40B4-BE49-F238E27FC236}">
                <a16:creationId xmlns:a16="http://schemas.microsoft.com/office/drawing/2014/main" id="{4B51E687-2F19-3E8C-26E4-5C39B19F3DE8}"/>
              </a:ext>
            </a:extLst>
          </p:cNvPr>
          <p:cNvSpPr txBox="1"/>
          <p:nvPr/>
        </p:nvSpPr>
        <p:spPr>
          <a:xfrm>
            <a:off x="2110091" y="2193347"/>
            <a:ext cx="8214360" cy="3046988"/>
          </a:xfrm>
          <a:prstGeom prst="rect">
            <a:avLst/>
          </a:prstGeom>
          <a:noFill/>
        </p:spPr>
        <p:txBody>
          <a:bodyPr wrap="square">
            <a:spAutoFit/>
          </a:bodyPr>
          <a:lstStyle/>
          <a:p>
            <a:pPr marL="342900" indent="-342900">
              <a:buFont typeface="Wingdings" panose="05000000000000000000" pitchFamily="2" charset="2"/>
              <a:buChar char="q"/>
            </a:pPr>
            <a:r>
              <a:rPr lang="en-GB" sz="2400" noProof="0" dirty="0"/>
              <a:t>Stakeholders are individuals or organisations that are interested or are affected by the development and use of a software.</a:t>
            </a:r>
          </a:p>
          <a:p>
            <a:pPr marL="342900" indent="-342900">
              <a:buFont typeface="Wingdings" panose="05000000000000000000" pitchFamily="2" charset="2"/>
              <a:buChar char="q"/>
            </a:pPr>
            <a:r>
              <a:rPr lang="en-GB" sz="2400" noProof="0" dirty="0"/>
              <a:t>Identifying stakeholders is essential to ensure that the system requirements address both technical and practical needs </a:t>
            </a:r>
          </a:p>
          <a:p>
            <a:pPr marL="342900" indent="-342900">
              <a:buFont typeface="Wingdings" panose="05000000000000000000" pitchFamily="2" charset="2"/>
              <a:buChar char="q"/>
            </a:pPr>
            <a:r>
              <a:rPr lang="en-GB" sz="2400" noProof="0" dirty="0"/>
              <a:t>In case of my project, the stakeholders are people who use, have impact on the use of a anomaly detection system in financial environment and how they are involved</a:t>
            </a:r>
          </a:p>
        </p:txBody>
      </p:sp>
      <p:sp>
        <p:nvSpPr>
          <p:cNvPr id="4" name="Rectangle: Rounded Corners 3">
            <a:extLst>
              <a:ext uri="{FF2B5EF4-FFF2-40B4-BE49-F238E27FC236}">
                <a16:creationId xmlns:a16="http://schemas.microsoft.com/office/drawing/2014/main" id="{F3C4B400-BF7C-D564-8CE6-10981BA96A47}"/>
              </a:ext>
            </a:extLst>
          </p:cNvPr>
          <p:cNvSpPr/>
          <p:nvPr/>
        </p:nvSpPr>
        <p:spPr>
          <a:xfrm>
            <a:off x="2110091" y="1348782"/>
            <a:ext cx="195484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Stakeholders</a:t>
            </a:r>
            <a:endParaRPr lang="en-GB" noProof="0" dirty="0">
              <a:solidFill>
                <a:schemeClr val="accent5">
                  <a:lumMod val="50000"/>
                </a:schemeClr>
              </a:solidFill>
            </a:endParaRPr>
          </a:p>
        </p:txBody>
      </p:sp>
    </p:spTree>
    <p:extLst>
      <p:ext uri="{BB962C8B-B14F-4D97-AF65-F5344CB8AC3E}">
        <p14:creationId xmlns:p14="http://schemas.microsoft.com/office/powerpoint/2010/main" val="3771363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F952-5A36-C0EF-99DA-C640A032DE31}"/>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BB941845-59FB-30C8-DBDF-E0CBDDE0244E}"/>
              </a:ext>
            </a:extLst>
          </p:cNvPr>
          <p:cNvGrpSpPr/>
          <p:nvPr/>
        </p:nvGrpSpPr>
        <p:grpSpPr>
          <a:xfrm>
            <a:off x="-746760" y="-73152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F5D2EBEC-021A-BA50-596F-C5F15631DF69}"/>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0AB54A39-5EAC-5C28-14F7-AB7DE70B706A}"/>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4313A1D1-5294-6B3E-84A7-39EA1688C730}"/>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EDD3B7A5-0314-46D1-29B8-B4364A640387}"/>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5EF09D6D-9F2E-C7FD-B8AF-C098198A302C}"/>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FDCD9522-BD7D-A6C4-8558-493AC6FCBDEC}"/>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4DC4211A-1E9F-B4CD-2B02-079A32D827BE}"/>
              </a:ext>
            </a:extLst>
          </p:cNvPr>
          <p:cNvGrpSpPr/>
          <p:nvPr/>
        </p:nvGrpSpPr>
        <p:grpSpPr>
          <a:xfrm rot="10800000">
            <a:off x="-511189" y="549483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F1F130CC-9E20-6402-B7CA-0A3E059553EC}"/>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B858867A-220C-4B98-2187-70417B6DB315}"/>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AD873A40-B019-45C6-E655-44DB0C7B4724}"/>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B1028334-FF0F-0301-367F-9777691A3983}"/>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70857786-73DA-6AD6-863D-F67833001CEE}"/>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6F0E1A6A-01BE-671B-1513-49987E494D3F}"/>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6A21A8F8-EC37-720F-BC9A-48C07688066D}"/>
              </a:ext>
            </a:extLst>
          </p:cNvPr>
          <p:cNvGrpSpPr/>
          <p:nvPr/>
        </p:nvGrpSpPr>
        <p:grpSpPr>
          <a:xfrm rot="16200000">
            <a:off x="-331058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D246D838-1B4F-EA40-511D-8B91978CE577}"/>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3F549BF9-C55C-B8DC-B789-E5676B09F63D}"/>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3F453A46-2DFF-6B0B-B39A-6B1B28C4B6A6}"/>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8E89F099-2513-09BF-163B-A06BCE1E474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72E2CB0E-CA64-D4A5-2A3E-2754A9BC1C2A}"/>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DB9F6A01-8E3F-98AF-47E4-592E9B5EA5CF}"/>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3DC719F4-45F2-C0BE-7918-8BDE974C116D}"/>
              </a:ext>
            </a:extLst>
          </p:cNvPr>
          <p:cNvGrpSpPr/>
          <p:nvPr/>
        </p:nvGrpSpPr>
        <p:grpSpPr>
          <a:xfrm rot="5400000">
            <a:off x="839755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2AA91483-55FA-C1CA-F8D2-ADC96CDD6FA2}"/>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DD34C1AD-3F79-6124-DC3A-1D83F1D0B67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6E56EE7D-195A-DF05-0CAA-29AAEE9073C7}"/>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FB411087-152A-67AD-157C-9A8C90D328A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928358D1-95E8-5752-D1DE-9C2016F1F18E}"/>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45A708C6-8300-4EED-9A08-02183EC3B2AC}"/>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B4A35A50-19B4-E692-5890-085DA8D705FA}"/>
              </a:ext>
            </a:extLst>
          </p:cNvPr>
          <p:cNvSpPr/>
          <p:nvPr/>
        </p:nvSpPr>
        <p:spPr>
          <a:xfrm>
            <a:off x="1998595" y="1495920"/>
            <a:ext cx="195484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Stakeholders</a:t>
            </a:r>
            <a:endParaRPr lang="en-GB" noProof="0" dirty="0">
              <a:solidFill>
                <a:schemeClr val="accent5">
                  <a:lumMod val="50000"/>
                </a:schemeClr>
              </a:solidFill>
            </a:endParaRPr>
          </a:p>
        </p:txBody>
      </p:sp>
      <p:sp>
        <p:nvSpPr>
          <p:cNvPr id="2" name="Rectangle: Rounded Corners 1">
            <a:extLst>
              <a:ext uri="{FF2B5EF4-FFF2-40B4-BE49-F238E27FC236}">
                <a16:creationId xmlns:a16="http://schemas.microsoft.com/office/drawing/2014/main" id="{5CB44A4B-5901-AC16-10F6-CEAE6DA80AD3}"/>
              </a:ext>
            </a:extLst>
          </p:cNvPr>
          <p:cNvSpPr/>
          <p:nvPr/>
        </p:nvSpPr>
        <p:spPr>
          <a:xfrm>
            <a:off x="5413528" y="1454956"/>
            <a:ext cx="195484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Relationship</a:t>
            </a:r>
            <a:endParaRPr lang="en-GB" noProof="0" dirty="0">
              <a:solidFill>
                <a:schemeClr val="accent5">
                  <a:lumMod val="50000"/>
                </a:schemeClr>
              </a:solidFill>
            </a:endParaRPr>
          </a:p>
        </p:txBody>
      </p:sp>
      <p:sp>
        <p:nvSpPr>
          <p:cNvPr id="41" name="TextBox 40">
            <a:extLst>
              <a:ext uri="{FF2B5EF4-FFF2-40B4-BE49-F238E27FC236}">
                <a16:creationId xmlns:a16="http://schemas.microsoft.com/office/drawing/2014/main" id="{E23338BC-A9D8-5EBE-B44F-FCFE0E3B74E0}"/>
              </a:ext>
            </a:extLst>
          </p:cNvPr>
          <p:cNvSpPr txBox="1"/>
          <p:nvPr/>
        </p:nvSpPr>
        <p:spPr>
          <a:xfrm>
            <a:off x="2218230" y="2517413"/>
            <a:ext cx="2170458" cy="369332"/>
          </a:xfrm>
          <a:prstGeom prst="rect">
            <a:avLst/>
          </a:prstGeom>
          <a:noFill/>
        </p:spPr>
        <p:txBody>
          <a:bodyPr wrap="square" rtlCol="0">
            <a:spAutoFit/>
          </a:bodyPr>
          <a:lstStyle/>
          <a:p>
            <a:r>
              <a:rPr lang="en-GB" b="1" noProof="0" dirty="0"/>
              <a:t>Bank Administrators </a:t>
            </a:r>
          </a:p>
        </p:txBody>
      </p:sp>
      <p:sp>
        <p:nvSpPr>
          <p:cNvPr id="43" name="TextBox 42">
            <a:extLst>
              <a:ext uri="{FF2B5EF4-FFF2-40B4-BE49-F238E27FC236}">
                <a16:creationId xmlns:a16="http://schemas.microsoft.com/office/drawing/2014/main" id="{C2B44841-9466-2443-3CDB-4E66C942ECC3}"/>
              </a:ext>
            </a:extLst>
          </p:cNvPr>
          <p:cNvSpPr txBox="1"/>
          <p:nvPr/>
        </p:nvSpPr>
        <p:spPr>
          <a:xfrm>
            <a:off x="4828212" y="2303780"/>
            <a:ext cx="638302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B</a:t>
            </a:r>
            <a:r>
              <a:rPr lang="en-GB" sz="1800" noProof="0" dirty="0"/>
              <a:t>ank admins are the primary users of </a:t>
            </a:r>
            <a:r>
              <a:rPr lang="en-GB" sz="1800" noProof="0"/>
              <a:t>the anomaly </a:t>
            </a:r>
            <a:r>
              <a:rPr lang="en-GB" sz="1800" noProof="0" dirty="0"/>
              <a:t>detection system. They are responsible for monitoring transactions, investigating suspicious activities and takin action when fraud is detected </a:t>
            </a:r>
          </a:p>
        </p:txBody>
      </p:sp>
      <p:sp>
        <p:nvSpPr>
          <p:cNvPr id="45" name="TextBox 44">
            <a:extLst>
              <a:ext uri="{FF2B5EF4-FFF2-40B4-BE49-F238E27FC236}">
                <a16:creationId xmlns:a16="http://schemas.microsoft.com/office/drawing/2014/main" id="{BD9EA7E8-E7BA-1938-1F03-CDBF905F47E8}"/>
              </a:ext>
            </a:extLst>
          </p:cNvPr>
          <p:cNvSpPr txBox="1"/>
          <p:nvPr/>
        </p:nvSpPr>
        <p:spPr>
          <a:xfrm>
            <a:off x="2218230" y="3530355"/>
            <a:ext cx="1981528" cy="369332"/>
          </a:xfrm>
          <a:prstGeom prst="rect">
            <a:avLst/>
          </a:prstGeom>
          <a:noFill/>
        </p:spPr>
        <p:txBody>
          <a:bodyPr wrap="square">
            <a:spAutoFit/>
          </a:bodyPr>
          <a:lstStyle/>
          <a:p>
            <a:r>
              <a:rPr lang="en-GB" b="1" noProof="0" dirty="0"/>
              <a:t>Bank Customers</a:t>
            </a:r>
          </a:p>
        </p:txBody>
      </p:sp>
      <p:sp>
        <p:nvSpPr>
          <p:cNvPr id="47" name="TextBox 46">
            <a:extLst>
              <a:ext uri="{FF2B5EF4-FFF2-40B4-BE49-F238E27FC236}">
                <a16:creationId xmlns:a16="http://schemas.microsoft.com/office/drawing/2014/main" id="{03596364-06E3-5CC6-FABB-BDBA1455B453}"/>
              </a:ext>
            </a:extLst>
          </p:cNvPr>
          <p:cNvSpPr txBox="1"/>
          <p:nvPr/>
        </p:nvSpPr>
        <p:spPr>
          <a:xfrm>
            <a:off x="4829301" y="3363696"/>
            <a:ext cx="5663285" cy="923330"/>
          </a:xfrm>
          <a:prstGeom prst="rect">
            <a:avLst/>
          </a:prstGeom>
          <a:noFill/>
        </p:spPr>
        <p:txBody>
          <a:bodyPr wrap="square">
            <a:spAutoFit/>
          </a:bodyPr>
          <a:lstStyle/>
          <a:p>
            <a:pPr marL="0" indent="0">
              <a:buNone/>
            </a:pPr>
            <a:r>
              <a:rPr lang="en-GB" noProof="0" dirty="0"/>
              <a:t>Bank customers are indirectly affected by the system as it is only developed to protect their financial assets and personal activity from fraudulent activity</a:t>
            </a:r>
          </a:p>
        </p:txBody>
      </p:sp>
      <p:sp>
        <p:nvSpPr>
          <p:cNvPr id="36" name="TextBox 35">
            <a:extLst>
              <a:ext uri="{FF2B5EF4-FFF2-40B4-BE49-F238E27FC236}">
                <a16:creationId xmlns:a16="http://schemas.microsoft.com/office/drawing/2014/main" id="{F4EC716A-DC22-384F-2559-09BAD7EA027C}"/>
              </a:ext>
            </a:extLst>
          </p:cNvPr>
          <p:cNvSpPr txBox="1"/>
          <p:nvPr/>
        </p:nvSpPr>
        <p:spPr>
          <a:xfrm>
            <a:off x="2218230" y="4390379"/>
            <a:ext cx="1981528" cy="369332"/>
          </a:xfrm>
          <a:prstGeom prst="rect">
            <a:avLst/>
          </a:prstGeom>
          <a:noFill/>
        </p:spPr>
        <p:txBody>
          <a:bodyPr wrap="square">
            <a:spAutoFit/>
          </a:bodyPr>
          <a:lstStyle/>
          <a:p>
            <a:r>
              <a:rPr lang="en-GB" b="1" noProof="0" dirty="0"/>
              <a:t>IT operations</a:t>
            </a:r>
          </a:p>
        </p:txBody>
      </p:sp>
      <p:sp>
        <p:nvSpPr>
          <p:cNvPr id="40" name="TextBox 39">
            <a:extLst>
              <a:ext uri="{FF2B5EF4-FFF2-40B4-BE49-F238E27FC236}">
                <a16:creationId xmlns:a16="http://schemas.microsoft.com/office/drawing/2014/main" id="{96FC7896-5C98-6552-F4E7-6CDB1506132F}"/>
              </a:ext>
            </a:extLst>
          </p:cNvPr>
          <p:cNvSpPr txBox="1"/>
          <p:nvPr/>
        </p:nvSpPr>
        <p:spPr>
          <a:xfrm>
            <a:off x="4828212" y="4367309"/>
            <a:ext cx="6882318" cy="646331"/>
          </a:xfrm>
          <a:prstGeom prst="rect">
            <a:avLst/>
          </a:prstGeom>
          <a:noFill/>
        </p:spPr>
        <p:txBody>
          <a:bodyPr wrap="square">
            <a:spAutoFit/>
          </a:bodyPr>
          <a:lstStyle/>
          <a:p>
            <a:pPr>
              <a:buNone/>
            </a:pPr>
            <a:r>
              <a:rPr lang="en-GB" noProof="0" dirty="0"/>
              <a:t>IT operations are also responsible for deploying the services, monitor uptime and handle failures and scaling issues</a:t>
            </a:r>
          </a:p>
        </p:txBody>
      </p:sp>
    </p:spTree>
    <p:extLst>
      <p:ext uri="{BB962C8B-B14F-4D97-AF65-F5344CB8AC3E}">
        <p14:creationId xmlns:p14="http://schemas.microsoft.com/office/powerpoint/2010/main" val="256241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2A8F0-A8C7-33BB-9F38-42473DD48F32}"/>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2060F67D-E6E4-6FAB-4D91-27082A388FF8}"/>
              </a:ext>
            </a:extLst>
          </p:cNvPr>
          <p:cNvGrpSpPr/>
          <p:nvPr/>
        </p:nvGrpSpPr>
        <p:grpSpPr>
          <a:xfrm>
            <a:off x="-746760" y="-75184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8E59FCB3-DF7F-8F4E-1EFA-391ECB271C7C}"/>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A506FDA9-2D47-357B-D621-7772702C3E62}"/>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D805D26A-624B-8161-70AA-54CF9B26B2F9}"/>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79E17FAB-4E05-A9B8-AD4B-33123594DC0E}"/>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8265B7A1-364E-F88E-1EC9-AEF32DB78EA1}"/>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F2E3E391-20D0-74DF-DF2F-2D38BB3DF4C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D02A6B1F-6925-7713-FACE-F7DB17EF0D8B}"/>
              </a:ext>
            </a:extLst>
          </p:cNvPr>
          <p:cNvGrpSpPr/>
          <p:nvPr/>
        </p:nvGrpSpPr>
        <p:grpSpPr>
          <a:xfrm rot="10800000">
            <a:off x="-511189" y="551515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F469C486-3996-BB91-3D7C-88B7EDF77194}"/>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5045E2DA-75C1-6193-41B7-44F5C384DF70}"/>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6EADDDF5-226F-B2D3-3509-88E7336921E6}"/>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02047C5D-E4CE-BA99-4574-41BEAE753C9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5D2589C8-9B08-EC79-CD85-187F1E4B19C5}"/>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E809B76F-791A-DA0C-9C9C-3FB848E26D0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CD130502-28AE-C648-3BE3-2B897283D38C}"/>
              </a:ext>
            </a:extLst>
          </p:cNvPr>
          <p:cNvGrpSpPr/>
          <p:nvPr/>
        </p:nvGrpSpPr>
        <p:grpSpPr>
          <a:xfrm rot="16200000">
            <a:off x="-333090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04A7D3E9-17FA-D19D-5474-A6FB3269C0F1}"/>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E425E5E7-4928-33DC-D6AF-13F6DB50363D}"/>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CBF0A61B-C515-FDEA-90A5-98AB85A21DD1}"/>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A0FA8010-577A-024F-15EC-728740C887AF}"/>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185469C7-F96D-6908-8674-80DDFD1E3F0D}"/>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60EB40AB-560B-5E79-F7BF-E7A5FE53F0EF}"/>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649FB268-FD1D-7FF6-E1B8-4AD847F6E9C1}"/>
              </a:ext>
            </a:extLst>
          </p:cNvPr>
          <p:cNvGrpSpPr/>
          <p:nvPr/>
        </p:nvGrpSpPr>
        <p:grpSpPr>
          <a:xfrm rot="5400000">
            <a:off x="841787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256DF4F6-F7EF-B463-8AC9-BB01D9C2A81C}"/>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7D3AE9BF-8025-0A7B-8432-8200A65E1813}"/>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4C1CAF9D-909D-FA39-8EEF-59B843BAA542}"/>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683066CE-FF76-9924-651C-F8F6243D0A4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2E913847-F00B-CF82-E929-17BC36565927}"/>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563FD9A3-4F10-B94B-947D-E726AE8ACB3D}"/>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66F7908D-3DD3-885E-1FB0-ACC41F09014D}"/>
              </a:ext>
            </a:extLst>
          </p:cNvPr>
          <p:cNvSpPr/>
          <p:nvPr/>
        </p:nvSpPr>
        <p:spPr>
          <a:xfrm>
            <a:off x="1998595" y="1495920"/>
            <a:ext cx="195484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Stakeholders</a:t>
            </a:r>
            <a:endParaRPr lang="en-GB" noProof="0" dirty="0">
              <a:solidFill>
                <a:schemeClr val="accent5">
                  <a:lumMod val="50000"/>
                </a:schemeClr>
              </a:solidFill>
            </a:endParaRPr>
          </a:p>
        </p:txBody>
      </p:sp>
      <p:sp>
        <p:nvSpPr>
          <p:cNvPr id="2" name="Rectangle: Rounded Corners 1">
            <a:extLst>
              <a:ext uri="{FF2B5EF4-FFF2-40B4-BE49-F238E27FC236}">
                <a16:creationId xmlns:a16="http://schemas.microsoft.com/office/drawing/2014/main" id="{EB073E15-9201-186A-8768-1013881ACC27}"/>
              </a:ext>
            </a:extLst>
          </p:cNvPr>
          <p:cNvSpPr/>
          <p:nvPr/>
        </p:nvSpPr>
        <p:spPr>
          <a:xfrm>
            <a:off x="5413528" y="1454956"/>
            <a:ext cx="195484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Relationship</a:t>
            </a:r>
            <a:endParaRPr lang="en-GB" noProof="0" dirty="0">
              <a:solidFill>
                <a:schemeClr val="accent5">
                  <a:lumMod val="50000"/>
                </a:schemeClr>
              </a:solidFill>
            </a:endParaRPr>
          </a:p>
        </p:txBody>
      </p:sp>
      <p:sp>
        <p:nvSpPr>
          <p:cNvPr id="41" name="TextBox 40">
            <a:extLst>
              <a:ext uri="{FF2B5EF4-FFF2-40B4-BE49-F238E27FC236}">
                <a16:creationId xmlns:a16="http://schemas.microsoft.com/office/drawing/2014/main" id="{CFDC5624-4598-A051-8E8D-1B402647CC61}"/>
              </a:ext>
            </a:extLst>
          </p:cNvPr>
          <p:cNvSpPr txBox="1"/>
          <p:nvPr/>
        </p:nvSpPr>
        <p:spPr>
          <a:xfrm>
            <a:off x="2208502" y="2610591"/>
            <a:ext cx="2065669" cy="646331"/>
          </a:xfrm>
          <a:prstGeom prst="rect">
            <a:avLst/>
          </a:prstGeom>
          <a:noFill/>
        </p:spPr>
        <p:txBody>
          <a:bodyPr wrap="square" rtlCol="0">
            <a:spAutoFit/>
          </a:bodyPr>
          <a:lstStyle/>
          <a:p>
            <a:r>
              <a:rPr lang="en-GB" b="1" noProof="0" dirty="0"/>
              <a:t>Legal &amp; Compliance Officers </a:t>
            </a:r>
          </a:p>
        </p:txBody>
      </p:sp>
      <p:sp>
        <p:nvSpPr>
          <p:cNvPr id="45" name="TextBox 44">
            <a:extLst>
              <a:ext uri="{FF2B5EF4-FFF2-40B4-BE49-F238E27FC236}">
                <a16:creationId xmlns:a16="http://schemas.microsoft.com/office/drawing/2014/main" id="{762C51D4-4ABD-38AD-5CA4-CC25C8CBD17B}"/>
              </a:ext>
            </a:extLst>
          </p:cNvPr>
          <p:cNvSpPr txBox="1"/>
          <p:nvPr/>
        </p:nvSpPr>
        <p:spPr>
          <a:xfrm>
            <a:off x="2208502" y="3917869"/>
            <a:ext cx="1981528" cy="369332"/>
          </a:xfrm>
          <a:prstGeom prst="rect">
            <a:avLst/>
          </a:prstGeom>
          <a:noFill/>
        </p:spPr>
        <p:txBody>
          <a:bodyPr wrap="square">
            <a:spAutoFit/>
          </a:bodyPr>
          <a:lstStyle/>
          <a:p>
            <a:r>
              <a:rPr lang="en-GB" b="1" noProof="0" dirty="0"/>
              <a:t>System Developer</a:t>
            </a:r>
          </a:p>
        </p:txBody>
      </p:sp>
      <p:sp>
        <p:nvSpPr>
          <p:cNvPr id="3" name="TextBox 2">
            <a:extLst>
              <a:ext uri="{FF2B5EF4-FFF2-40B4-BE49-F238E27FC236}">
                <a16:creationId xmlns:a16="http://schemas.microsoft.com/office/drawing/2014/main" id="{E6F77994-6216-BF69-A0B6-A7287EE052E2}"/>
              </a:ext>
            </a:extLst>
          </p:cNvPr>
          <p:cNvSpPr txBox="1"/>
          <p:nvPr/>
        </p:nvSpPr>
        <p:spPr>
          <a:xfrm>
            <a:off x="4582778" y="2245619"/>
            <a:ext cx="6383020" cy="1477328"/>
          </a:xfrm>
          <a:prstGeom prst="rect">
            <a:avLst/>
          </a:prstGeom>
          <a:noFill/>
        </p:spPr>
        <p:txBody>
          <a:bodyPr wrap="square">
            <a:spAutoFit/>
          </a:bodyPr>
          <a:lstStyle/>
          <a:p>
            <a:r>
              <a:rPr lang="en-GB" noProof="0" dirty="0"/>
              <a:t>The legal and compliance officers are responsible for ensuring that the system follows  regulations such as AML (Anti-Money Laundering) KYC (Know Your Customer) Fraud prevention policies</a:t>
            </a:r>
          </a:p>
          <a:p>
            <a:r>
              <a:rPr lang="en-GB" noProof="0" dirty="0"/>
              <a:t>And Ensuring suspicious activities are detected, logged, investigated and reported to regulators</a:t>
            </a:r>
          </a:p>
        </p:txBody>
      </p:sp>
      <p:sp>
        <p:nvSpPr>
          <p:cNvPr id="5" name="TextBox 4">
            <a:extLst>
              <a:ext uri="{FF2B5EF4-FFF2-40B4-BE49-F238E27FC236}">
                <a16:creationId xmlns:a16="http://schemas.microsoft.com/office/drawing/2014/main" id="{B6765824-DABE-A540-780F-2DFAFAE10930}"/>
              </a:ext>
            </a:extLst>
          </p:cNvPr>
          <p:cNvSpPr txBox="1"/>
          <p:nvPr/>
        </p:nvSpPr>
        <p:spPr>
          <a:xfrm>
            <a:off x="4582778" y="3817622"/>
            <a:ext cx="638302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The developers are directly involved as they create the system while having the requirements ready for them to implement. They are responsible for creating accurate, secure and accessible system.</a:t>
            </a:r>
            <a:endParaRPr lang="en-GB" sz="1800" noProof="0" dirty="0"/>
          </a:p>
        </p:txBody>
      </p:sp>
    </p:spTree>
    <p:extLst>
      <p:ext uri="{BB962C8B-B14F-4D97-AF65-F5344CB8AC3E}">
        <p14:creationId xmlns:p14="http://schemas.microsoft.com/office/powerpoint/2010/main" val="4074949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263A2-98DC-C432-EB32-F1163E91B927}"/>
            </a:ext>
          </a:extLst>
        </p:cNvPr>
        <p:cNvGrpSpPr/>
        <p:nvPr/>
      </p:nvGrpSpPr>
      <p:grpSpPr>
        <a:xfrm>
          <a:off x="0" y="0"/>
          <a:ext cx="0" cy="0"/>
          <a:chOff x="0" y="0"/>
          <a:chExt cx="0" cy="0"/>
        </a:xfrm>
      </p:grpSpPr>
      <p:sp>
        <p:nvSpPr>
          <p:cNvPr id="5" name="Speech Bubble: Rectangle 4">
            <a:extLst>
              <a:ext uri="{FF2B5EF4-FFF2-40B4-BE49-F238E27FC236}">
                <a16:creationId xmlns:a16="http://schemas.microsoft.com/office/drawing/2014/main" id="{FD8BECE3-1804-E585-B2E8-106DE4EE009C}"/>
              </a:ext>
            </a:extLst>
          </p:cNvPr>
          <p:cNvSpPr/>
          <p:nvPr/>
        </p:nvSpPr>
        <p:spPr>
          <a:xfrm>
            <a:off x="2425392" y="2164328"/>
            <a:ext cx="7595519" cy="3051705"/>
          </a:xfrm>
          <a:prstGeom prst="wedgeRectCallou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nvGrpSpPr>
          <p:cNvPr id="12" name="Group 11">
            <a:extLst>
              <a:ext uri="{FF2B5EF4-FFF2-40B4-BE49-F238E27FC236}">
                <a16:creationId xmlns:a16="http://schemas.microsoft.com/office/drawing/2014/main" id="{2A0E54D8-4E3D-3B89-F85D-E84113DDEF2E}"/>
              </a:ext>
            </a:extLst>
          </p:cNvPr>
          <p:cNvGrpSpPr/>
          <p:nvPr/>
        </p:nvGrpSpPr>
        <p:grpSpPr>
          <a:xfrm>
            <a:off x="-746760" y="-77216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EBBF39D4-A420-F1B9-6C4D-98137EA01015}"/>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0C11B336-C0F9-C675-9701-2B56C7DB1806}"/>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8ADA9624-A415-6E56-C02C-3A8767198105}"/>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16699B10-B14E-C239-F179-AADC27946B0A}"/>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CAA42BA0-9EBB-E90C-6313-442BB9356D29}"/>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7D3B8597-829E-4990-89B8-2EAEF0DB5A9E}"/>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0C46C151-32BD-4813-546A-94B6641484DB}"/>
              </a:ext>
            </a:extLst>
          </p:cNvPr>
          <p:cNvGrpSpPr/>
          <p:nvPr/>
        </p:nvGrpSpPr>
        <p:grpSpPr>
          <a:xfrm rot="10800000">
            <a:off x="-511189" y="553547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28B498E3-10CB-6E30-88F2-1802A5472872}"/>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0A971624-9E37-ADFD-D614-C3456E732144}"/>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12BB4FA6-C7F5-0D19-DE15-32F330DA395C}"/>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C0CC499B-7F08-B28D-5B85-F42646115B4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AB4049BF-32A5-07BB-3244-47BA10E5A282}"/>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BE986DF2-E864-D4DF-4AE7-33CF6302982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A0018B4E-D6C8-DCB7-F889-F8C7A9FA5A84}"/>
              </a:ext>
            </a:extLst>
          </p:cNvPr>
          <p:cNvGrpSpPr/>
          <p:nvPr/>
        </p:nvGrpSpPr>
        <p:grpSpPr>
          <a:xfrm rot="16200000">
            <a:off x="-335122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835EFC11-ABDF-CF7A-62B1-12E4865A12D7}"/>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554A7071-BD99-9B9F-B37D-2DE960B57B89}"/>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BE1BF9C3-BFB1-624D-8577-6BC473E8D6F4}"/>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0375BDDB-9F7E-AC5C-B1AA-A28DC991FC2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0F8FD35C-9194-C5FD-234C-9108A5E46E84}"/>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B36AA60A-11AE-9945-637B-E75995EFB187}"/>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BA253A83-5C59-7563-8AAC-C1C33F881EED}"/>
              </a:ext>
            </a:extLst>
          </p:cNvPr>
          <p:cNvGrpSpPr/>
          <p:nvPr/>
        </p:nvGrpSpPr>
        <p:grpSpPr>
          <a:xfrm rot="5400000">
            <a:off x="843819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930670A0-BAFC-2159-6870-ACF245787D30}"/>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97F5787A-3CE8-B94B-2C87-3EE127355BC6}"/>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FC498932-23E8-089E-8598-66F05BEA8A16}"/>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F2505AED-85F1-AAA1-F164-C732570A31D4}"/>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F4BE9793-7E28-1A5C-BE90-3D3D1CE5852F}"/>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2D2F3A0E-594E-34D6-5107-9C1C865FD5B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3" name="Rectangle: Rounded Corners 2">
            <a:extLst>
              <a:ext uri="{FF2B5EF4-FFF2-40B4-BE49-F238E27FC236}">
                <a16:creationId xmlns:a16="http://schemas.microsoft.com/office/drawing/2014/main" id="{9B99453E-79B5-C1AF-064F-E53F811AAE82}"/>
              </a:ext>
            </a:extLst>
          </p:cNvPr>
          <p:cNvSpPr/>
          <p:nvPr/>
        </p:nvSpPr>
        <p:spPr>
          <a:xfrm>
            <a:off x="1745459" y="1275011"/>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Project Requirements</a:t>
            </a:r>
            <a:endParaRPr lang="en-GB" noProof="0" dirty="0">
              <a:solidFill>
                <a:schemeClr val="accent5">
                  <a:lumMod val="50000"/>
                </a:schemeClr>
              </a:solidFill>
            </a:endParaRPr>
          </a:p>
        </p:txBody>
      </p:sp>
      <p:sp>
        <p:nvSpPr>
          <p:cNvPr id="4" name="TextBox 3">
            <a:extLst>
              <a:ext uri="{FF2B5EF4-FFF2-40B4-BE49-F238E27FC236}">
                <a16:creationId xmlns:a16="http://schemas.microsoft.com/office/drawing/2014/main" id="{A7695BB5-5360-19B7-D73D-5CE33C57B546}"/>
              </a:ext>
            </a:extLst>
          </p:cNvPr>
          <p:cNvSpPr txBox="1"/>
          <p:nvPr/>
        </p:nvSpPr>
        <p:spPr>
          <a:xfrm>
            <a:off x="2645113" y="2178323"/>
            <a:ext cx="7156077" cy="2677656"/>
          </a:xfrm>
          <a:prstGeom prst="rect">
            <a:avLst/>
          </a:prstGeom>
          <a:noFill/>
        </p:spPr>
        <p:txBody>
          <a:bodyPr wrap="square">
            <a:spAutoFit/>
          </a:bodyPr>
          <a:lstStyle/>
          <a:p>
            <a:pPr>
              <a:buNone/>
            </a:pPr>
            <a:r>
              <a:rPr lang="en-GB" sz="2400" noProof="0" dirty="0"/>
              <a:t>Project requirements are clear, agreed-upon statements of what a system must do and the constraints under which it must operate.</a:t>
            </a:r>
          </a:p>
          <a:p>
            <a:pPr>
              <a:buNone/>
            </a:pPr>
            <a:r>
              <a:rPr lang="en-GB" sz="2400" noProof="0" dirty="0"/>
              <a:t>They define:</a:t>
            </a:r>
          </a:p>
          <a:p>
            <a:pPr>
              <a:buFont typeface="Arial" panose="020B0604020202020204" pitchFamily="34" charset="0"/>
              <a:buChar char="•"/>
            </a:pPr>
            <a:r>
              <a:rPr lang="en-GB" sz="2400" noProof="0" dirty="0"/>
              <a:t>what the system should achieve</a:t>
            </a:r>
          </a:p>
          <a:p>
            <a:pPr>
              <a:buFont typeface="Arial" panose="020B0604020202020204" pitchFamily="34" charset="0"/>
              <a:buChar char="•"/>
            </a:pPr>
            <a:r>
              <a:rPr lang="en-GB" sz="2400" noProof="0" dirty="0"/>
              <a:t>how well it should perform</a:t>
            </a:r>
          </a:p>
          <a:p>
            <a:pPr>
              <a:buFont typeface="Arial" panose="020B0604020202020204" pitchFamily="34" charset="0"/>
              <a:buChar char="•"/>
            </a:pPr>
            <a:r>
              <a:rPr lang="en-GB" sz="2400" noProof="0" dirty="0"/>
              <a:t>what limits it must respect</a:t>
            </a:r>
          </a:p>
        </p:txBody>
      </p:sp>
    </p:spTree>
    <p:extLst>
      <p:ext uri="{BB962C8B-B14F-4D97-AF65-F5344CB8AC3E}">
        <p14:creationId xmlns:p14="http://schemas.microsoft.com/office/powerpoint/2010/main" val="346344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16CB1-40C3-BA8D-6204-6C1664382DD7}"/>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885961F5-305C-3181-A760-318509B61726}"/>
              </a:ext>
            </a:extLst>
          </p:cNvPr>
          <p:cNvGrpSpPr/>
          <p:nvPr/>
        </p:nvGrpSpPr>
        <p:grpSpPr>
          <a:xfrm>
            <a:off x="-746760" y="-79248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0870EC75-65B1-AC00-332D-86109B86987E}"/>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C762820A-0C46-C7CC-405C-4F199F4681E3}"/>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13CD9569-3C80-49BC-0F5A-A9AE610EBB54}"/>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8A69EA1D-B281-EC41-1B29-8C1EE0907C27}"/>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C90FB87D-2E47-FCBF-107F-B71353EF4DA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85E9D5F3-1064-75DB-30D5-3D166AB090DA}"/>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292E3E81-AF4E-7D5C-9F3E-C6699517AD13}"/>
              </a:ext>
            </a:extLst>
          </p:cNvPr>
          <p:cNvGrpSpPr/>
          <p:nvPr/>
        </p:nvGrpSpPr>
        <p:grpSpPr>
          <a:xfrm rot="10800000">
            <a:off x="-511189" y="555579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26847AFF-18B4-E38E-03BE-D038FBA96105}"/>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36DB9CC5-2F87-9CD3-B051-51934E9BC22A}"/>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131DF025-E95C-8238-E6ED-4E1036825CD7}"/>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4DEF8C3C-9E87-19BA-A31E-F1A404CC76B7}"/>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8335474D-18BB-1D4F-3BBD-F755F4F1986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45DCFDFB-64C6-A3D9-842B-B93AC5BEE7AF}"/>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E285CDE6-0A9C-B3A8-241E-9D7E07A1677E}"/>
              </a:ext>
            </a:extLst>
          </p:cNvPr>
          <p:cNvGrpSpPr/>
          <p:nvPr/>
        </p:nvGrpSpPr>
        <p:grpSpPr>
          <a:xfrm rot="16200000">
            <a:off x="-337154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0FF06838-ADA3-C5AD-CDC4-CDE5197330A7}"/>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D05485CD-9FEF-B0C7-3C0D-D1A2515E9B87}"/>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5B1C7402-283D-5100-0D95-D6FBDB3F595A}"/>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9C155D17-81E6-C171-BECC-A3DC16C189C9}"/>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F092497F-8F95-EB84-8EB9-CA1D420CC977}"/>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F95DD14C-518B-858B-4090-8AEA18E88A1E}"/>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F3BE8D50-452C-6456-9EC8-DD103E632F81}"/>
              </a:ext>
            </a:extLst>
          </p:cNvPr>
          <p:cNvGrpSpPr/>
          <p:nvPr/>
        </p:nvGrpSpPr>
        <p:grpSpPr>
          <a:xfrm rot="5400000">
            <a:off x="845851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7D72BBBF-0672-BAFB-E52F-D5F53E737245}"/>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E276E2EF-F8C4-9C33-490D-4D455917CB42}"/>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EC51D190-0B1E-1F38-87CB-6BDE5CF64241}"/>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37C58E59-9302-459C-5D86-F962DCB1A6CC}"/>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C5802C5B-BFFE-7F7D-BE4F-AA37B15BFEA8}"/>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A6C21676-CC47-497F-0108-2FB0A8D7213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 name="Rectangle: Rounded Corners 1">
            <a:extLst>
              <a:ext uri="{FF2B5EF4-FFF2-40B4-BE49-F238E27FC236}">
                <a16:creationId xmlns:a16="http://schemas.microsoft.com/office/drawing/2014/main" id="{3660E493-E58A-0F43-EE99-7B8BB2D1DA3F}"/>
              </a:ext>
            </a:extLst>
          </p:cNvPr>
          <p:cNvSpPr/>
          <p:nvPr/>
        </p:nvSpPr>
        <p:spPr>
          <a:xfrm>
            <a:off x="1745458" y="1275011"/>
            <a:ext cx="298910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Functional Requirements</a:t>
            </a:r>
            <a:endParaRPr lang="en-GB" noProof="0" dirty="0">
              <a:solidFill>
                <a:schemeClr val="accent5">
                  <a:lumMod val="50000"/>
                </a:schemeClr>
              </a:solidFill>
            </a:endParaRPr>
          </a:p>
        </p:txBody>
      </p:sp>
      <p:sp>
        <p:nvSpPr>
          <p:cNvPr id="5" name="TextBox 4">
            <a:extLst>
              <a:ext uri="{FF2B5EF4-FFF2-40B4-BE49-F238E27FC236}">
                <a16:creationId xmlns:a16="http://schemas.microsoft.com/office/drawing/2014/main" id="{FC1BA4CB-662C-2B0B-17F6-CB2DD2B69056}"/>
              </a:ext>
            </a:extLst>
          </p:cNvPr>
          <p:cNvSpPr txBox="1"/>
          <p:nvPr/>
        </p:nvSpPr>
        <p:spPr>
          <a:xfrm>
            <a:off x="1706777" y="1945625"/>
            <a:ext cx="8995185" cy="3970318"/>
          </a:xfrm>
          <a:prstGeom prst="rect">
            <a:avLst/>
          </a:prstGeom>
          <a:noFill/>
        </p:spPr>
        <p:txBody>
          <a:bodyPr wrap="square">
            <a:spAutoFit/>
          </a:bodyPr>
          <a:lstStyle/>
          <a:p>
            <a:pPr>
              <a:buNone/>
            </a:pPr>
            <a:r>
              <a:rPr lang="en-GB" b="1" u="sng" noProof="0" dirty="0"/>
              <a:t>Data Upload &amp; Load </a:t>
            </a:r>
            <a:r>
              <a:rPr lang="en-GB" noProof="0" dirty="0"/>
              <a:t>- The system shall allow transaction data to be uploaded and loaded, ready to be used</a:t>
            </a:r>
          </a:p>
          <a:p>
            <a:pPr>
              <a:buNone/>
            </a:pPr>
            <a:r>
              <a:rPr lang="en-GB" b="1" u="sng" noProof="0" dirty="0"/>
              <a:t>Data Preprocessing- </a:t>
            </a:r>
            <a:r>
              <a:rPr lang="en-GB" noProof="0" dirty="0"/>
              <a:t>The dataset being used should be cleaned, transform, and prepared transaction data for model training and detection.</a:t>
            </a:r>
          </a:p>
          <a:p>
            <a:pPr>
              <a:buNone/>
            </a:pPr>
            <a:r>
              <a:rPr lang="en-GB" b="1" u="sng" noProof="0" dirty="0"/>
              <a:t>Model Training </a:t>
            </a:r>
            <a:r>
              <a:rPr lang="en-GB" noProof="0" dirty="0"/>
              <a:t>-The model should be trained using ML algorithms against the data that has been pre-processed</a:t>
            </a:r>
          </a:p>
          <a:p>
            <a:pPr>
              <a:buNone/>
            </a:pPr>
            <a:r>
              <a:rPr lang="en-GB" b="1" u="sng" noProof="0" dirty="0"/>
              <a:t>Anomaly Detection &amp; Alerting </a:t>
            </a:r>
            <a:r>
              <a:rPr lang="en-GB" noProof="0" dirty="0"/>
              <a:t>– System should detect anomalous transactions and automatically generate alerts for administrator review.</a:t>
            </a:r>
          </a:p>
          <a:p>
            <a:pPr>
              <a:buNone/>
            </a:pPr>
            <a:r>
              <a:rPr lang="en-GB" b="1" u="sng" noProof="0" dirty="0"/>
              <a:t>Result Storage </a:t>
            </a:r>
            <a:r>
              <a:rPr lang="en-GB" noProof="0" dirty="0"/>
              <a:t>- The system shall store log events, detected anomalies, scores, and alerts for auditing and future analysis.</a:t>
            </a:r>
          </a:p>
          <a:p>
            <a:pPr>
              <a:buNone/>
            </a:pPr>
            <a:r>
              <a:rPr lang="en-GB" b="1" u="sng" noProof="0" dirty="0"/>
              <a:t>Result Visualization </a:t>
            </a:r>
            <a:r>
              <a:rPr lang="en-GB" noProof="0" dirty="0"/>
              <a:t>- The system should visualise anomalies and alerts in a clear and understandable format for administrators.</a:t>
            </a:r>
          </a:p>
          <a:p>
            <a:pPr>
              <a:buNone/>
            </a:pPr>
            <a:r>
              <a:rPr lang="en-GB" b="1" u="sng" noProof="0" dirty="0"/>
              <a:t>Model Update &amp; Review </a:t>
            </a:r>
            <a:r>
              <a:rPr lang="en-GB" noProof="0" dirty="0"/>
              <a:t>The system shall support controlled model retraining and updates based on new data and evaluation results.</a:t>
            </a:r>
          </a:p>
        </p:txBody>
      </p:sp>
    </p:spTree>
    <p:extLst>
      <p:ext uri="{BB962C8B-B14F-4D97-AF65-F5344CB8AC3E}">
        <p14:creationId xmlns:p14="http://schemas.microsoft.com/office/powerpoint/2010/main" val="735388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5B7C4-2764-0E95-8A85-CBDFDC539A07}"/>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893D9D63-D731-0781-F294-24BFA15E3E14}"/>
              </a:ext>
            </a:extLst>
          </p:cNvPr>
          <p:cNvGrpSpPr/>
          <p:nvPr/>
        </p:nvGrpSpPr>
        <p:grpSpPr>
          <a:xfrm>
            <a:off x="-746760" y="-81280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36D2898E-EE4B-4C71-8474-928D5FFF9664}"/>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D666DEC7-8514-A750-A258-450555E9962E}"/>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8F25E993-E8EB-D4E9-3886-5EA1ABBB34D3}"/>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367C9D7F-C223-0C7B-44BD-1FBDAE26573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015C83CB-A1B2-5AA1-2D1E-C9EB997A9E96}"/>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FD722035-27A7-4088-AD69-F9FF93B2A36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2F55006F-927B-6916-256C-7CAC32614FDE}"/>
              </a:ext>
            </a:extLst>
          </p:cNvPr>
          <p:cNvGrpSpPr/>
          <p:nvPr/>
        </p:nvGrpSpPr>
        <p:grpSpPr>
          <a:xfrm rot="10800000">
            <a:off x="-511189" y="5576110"/>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A5E82D40-3EE2-9512-4A11-20FF4E4B8E69}"/>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27F212E7-E922-537C-6610-B41B41696B56}"/>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BE933389-38AE-4960-AE76-BF115ACF66C3}"/>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A3B76CAA-BCA3-6C45-7EDB-DEAF8802B70C}"/>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864F73E6-1174-D59A-E5E0-202E583A3FEE}"/>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E2700DBB-9608-1447-9311-3F26D2E89C00}"/>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AAE7D740-0E97-B2AE-B6D5-41E2BA879C84}"/>
              </a:ext>
            </a:extLst>
          </p:cNvPr>
          <p:cNvGrpSpPr/>
          <p:nvPr/>
        </p:nvGrpSpPr>
        <p:grpSpPr>
          <a:xfrm rot="16200000">
            <a:off x="-339186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935AD83B-1622-AD4D-ABA1-9A12F48C096E}"/>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8F5DAC28-6201-570E-41EC-2AD4FE9C4804}"/>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5418FB26-4711-F3E6-3241-D0CB47C1ADE1}"/>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1A1A5643-7FD3-0BA0-84EA-252799422DD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4EF44E7E-A573-BD9C-F250-94DA5888D13D}"/>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9C699DC1-A0E8-6A95-6BD9-971616211AF4}"/>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2421AA78-F01D-4DE9-0A99-C32ADE7C4294}"/>
              </a:ext>
            </a:extLst>
          </p:cNvPr>
          <p:cNvGrpSpPr/>
          <p:nvPr/>
        </p:nvGrpSpPr>
        <p:grpSpPr>
          <a:xfrm rot="5400000">
            <a:off x="847883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1458E3C0-7085-0DC4-708C-8CA7B1A75A9B}"/>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A9D4403C-3DEB-299D-A547-018E5E133E62}"/>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65BB249A-918E-31A4-E90F-1E751C223235}"/>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6E98CD7A-999C-7A7B-21F1-A1CCCD0F9A6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95A84A45-F85E-430E-E08A-CF5BC82E4252}"/>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B881D011-60FE-BD17-B6C7-C3F956E72D7A}"/>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 name="Rectangle: Rounded Corners 1">
            <a:extLst>
              <a:ext uri="{FF2B5EF4-FFF2-40B4-BE49-F238E27FC236}">
                <a16:creationId xmlns:a16="http://schemas.microsoft.com/office/drawing/2014/main" id="{66BEF21B-4346-B0C2-83F5-9EF3C3C5B610}"/>
              </a:ext>
            </a:extLst>
          </p:cNvPr>
          <p:cNvSpPr/>
          <p:nvPr/>
        </p:nvSpPr>
        <p:spPr>
          <a:xfrm>
            <a:off x="1745458" y="1221309"/>
            <a:ext cx="2989101"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Non-Functional Requirements</a:t>
            </a:r>
            <a:endParaRPr lang="en-GB" noProof="0" dirty="0">
              <a:solidFill>
                <a:schemeClr val="accent5">
                  <a:lumMod val="50000"/>
                </a:schemeClr>
              </a:solidFill>
            </a:endParaRPr>
          </a:p>
        </p:txBody>
      </p:sp>
      <p:sp>
        <p:nvSpPr>
          <p:cNvPr id="3" name="TextBox 2">
            <a:extLst>
              <a:ext uri="{FF2B5EF4-FFF2-40B4-BE49-F238E27FC236}">
                <a16:creationId xmlns:a16="http://schemas.microsoft.com/office/drawing/2014/main" id="{D7FF4A0E-3FAE-AFB1-FEDB-93B4E834FC88}"/>
              </a:ext>
            </a:extLst>
          </p:cNvPr>
          <p:cNvSpPr txBox="1"/>
          <p:nvPr/>
        </p:nvSpPr>
        <p:spPr>
          <a:xfrm>
            <a:off x="1696340" y="2013987"/>
            <a:ext cx="9578145" cy="4893647"/>
          </a:xfrm>
          <a:prstGeom prst="rect">
            <a:avLst/>
          </a:prstGeom>
          <a:noFill/>
        </p:spPr>
        <p:txBody>
          <a:bodyPr wrap="square">
            <a:spAutoFit/>
          </a:bodyPr>
          <a:lstStyle/>
          <a:p>
            <a:r>
              <a:rPr lang="en-GB" b="1" u="sng" noProof="0" dirty="0"/>
              <a:t>Accuracy </a:t>
            </a:r>
            <a:r>
              <a:rPr lang="en-GB" noProof="0" dirty="0"/>
              <a:t>- The system should correctly distinguish normal and anomalous transactions with a target accuracy of 90–95%, minimising false positives while still detecting suspicious behaviour.</a:t>
            </a:r>
          </a:p>
          <a:p>
            <a:r>
              <a:rPr lang="en-GB" b="1" u="sng" noProof="0" dirty="0"/>
              <a:t>Efficiency</a:t>
            </a:r>
            <a:r>
              <a:rPr lang="en-GB" noProof="0" dirty="0"/>
              <a:t> - system should process transactions quickly, with minimal computational overhead, enabling timely detection</a:t>
            </a:r>
          </a:p>
          <a:p>
            <a:r>
              <a:rPr lang="en-GB" b="1" u="sng" noProof="0" dirty="0"/>
              <a:t>Security </a:t>
            </a:r>
            <a:r>
              <a:rPr lang="en-GB" b="1" noProof="0" dirty="0"/>
              <a:t>- </a:t>
            </a:r>
            <a:r>
              <a:rPr lang="en-GB" noProof="0" dirty="0"/>
              <a:t>system must ensure data confidentiality and integrity, protecting sensitive financial and customer information from unauthorized access.</a:t>
            </a:r>
          </a:p>
          <a:p>
            <a:r>
              <a:rPr lang="en-GB" b="1" u="sng" noProof="0" dirty="0"/>
              <a:t>Usability</a:t>
            </a:r>
            <a:r>
              <a:rPr lang="en-GB" noProof="0" dirty="0"/>
              <a:t> – it should be easy to use and accessible for admins, providing clear outputs such as understandable anomaly scores &amp; explanation</a:t>
            </a:r>
          </a:p>
          <a:p>
            <a:r>
              <a:rPr lang="en-GB" b="1" u="sng" noProof="0" dirty="0"/>
              <a:t>Interpretability</a:t>
            </a:r>
            <a:r>
              <a:rPr lang="en-GB" noProof="0" dirty="0"/>
              <a:t> - The system should provide explainable results, enabling admins to understand why a transaction was flagged and support informed decision-making.</a:t>
            </a:r>
          </a:p>
          <a:p>
            <a:r>
              <a:rPr lang="en-GB" b="1" u="sng" noProof="0" dirty="0"/>
              <a:t>Reliability</a:t>
            </a:r>
            <a:r>
              <a:rPr lang="en-GB" noProof="0" dirty="0"/>
              <a:t> – it should produce consistent and stable results over time, ensuring dependable performance across different transaction patterns.</a:t>
            </a:r>
          </a:p>
          <a:p>
            <a:r>
              <a:rPr lang="en-GB" b="1" u="sng" noProof="0" dirty="0"/>
              <a:t>Scalability </a:t>
            </a:r>
            <a:r>
              <a:rPr lang="en-GB" noProof="0" dirty="0"/>
              <a:t>- The system should handle increasing transaction volumes without significant performance degradation.</a:t>
            </a:r>
          </a:p>
          <a:p>
            <a:endParaRPr lang="en-GB" sz="2000" noProof="0" dirty="0"/>
          </a:p>
          <a:p>
            <a:endParaRPr lang="en-GB" sz="2000" noProof="0" dirty="0"/>
          </a:p>
          <a:p>
            <a:endParaRPr lang="en-GB" sz="2000" noProof="0" dirty="0"/>
          </a:p>
        </p:txBody>
      </p:sp>
    </p:spTree>
    <p:extLst>
      <p:ext uri="{BB962C8B-B14F-4D97-AF65-F5344CB8AC3E}">
        <p14:creationId xmlns:p14="http://schemas.microsoft.com/office/powerpoint/2010/main" val="2754379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0DAF1-3B82-F54F-2FA2-212C802F75E3}"/>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78447FD6-4FEF-AC1D-3867-C1F6E32117A2}"/>
              </a:ext>
            </a:extLst>
          </p:cNvPr>
          <p:cNvGrpSpPr/>
          <p:nvPr/>
        </p:nvGrpSpPr>
        <p:grpSpPr>
          <a:xfrm>
            <a:off x="-746760" y="-832256"/>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25B50ECD-74AC-39DA-8564-1928785A3B1A}"/>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61DDF940-BC63-2A9E-F116-250D151A14EB}"/>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1674DCD3-6D13-2FD2-55E2-4516545C9B7C}"/>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B72214E2-61B4-8A40-7AD4-AAD3709AF95B}"/>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17B5D29B-82ED-FB54-B0B6-E7A772394FE6}"/>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447DB546-41E6-CB75-ED04-00881935562F}"/>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D9362C56-8834-FCCD-96D2-B40E94CBC1FD}"/>
              </a:ext>
            </a:extLst>
          </p:cNvPr>
          <p:cNvGrpSpPr/>
          <p:nvPr/>
        </p:nvGrpSpPr>
        <p:grpSpPr>
          <a:xfrm rot="10800000">
            <a:off x="-511189" y="5595566"/>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BA9EE700-FC04-E8D6-4063-764A6C03A941}"/>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C86E8E9C-1FBA-A2DC-74F2-5B1D23CA5C51}"/>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0B39F3F0-409F-5318-6102-F494DF9BF908}"/>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2783DE52-B763-59F5-25F4-C6BED5BBF2FB}"/>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BAF4E248-8E46-CA39-6C88-79CA1C46C956}"/>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78F407EC-800D-165D-16C5-4BCC3F77D280}"/>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BA016F83-CAD2-40E6-582C-AFD3F58F0335}"/>
              </a:ext>
            </a:extLst>
          </p:cNvPr>
          <p:cNvGrpSpPr/>
          <p:nvPr/>
        </p:nvGrpSpPr>
        <p:grpSpPr>
          <a:xfrm rot="16200000">
            <a:off x="-3411316"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4CD817BD-1389-0F33-00B7-2F782A55F21B}"/>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C152FE59-E122-BD4D-AF9D-CC4C760CB32F}"/>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CDFF3B33-5717-3DCF-C39E-E9AC2EB36EB6}"/>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B8FADE11-998B-8E6A-DBDD-7A746D2CBC0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23985978-5AF1-E011-F6E6-47784765D085}"/>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58EE6EE7-A36B-3A46-3DA5-C98BDEBAA817}"/>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D1C7DDEB-0B71-F8C7-6E1D-3E25AF63071D}"/>
              </a:ext>
            </a:extLst>
          </p:cNvPr>
          <p:cNvGrpSpPr/>
          <p:nvPr/>
        </p:nvGrpSpPr>
        <p:grpSpPr>
          <a:xfrm rot="5400000">
            <a:off x="8498286"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DC84FBE8-56D4-0A5D-8F6E-99BBD9EAA57C}"/>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5950AD17-64AD-2B8E-78E7-41A63348F36E}"/>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49760E8A-4D0C-2C29-42FF-580A65815774}"/>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9E2E369B-8354-355E-B373-19862A8ED92D}"/>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28A37F6E-6AE7-0A06-B918-E4B9F22BBFB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E5D79608-DE29-410A-55F4-DE82DE8E8696}"/>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785C0803-B370-F595-319F-8DBCAD7018FB}"/>
              </a:ext>
            </a:extLst>
          </p:cNvPr>
          <p:cNvSpPr/>
          <p:nvPr/>
        </p:nvSpPr>
        <p:spPr>
          <a:xfrm>
            <a:off x="1528377" y="1109770"/>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Overall System Designs</a:t>
            </a:r>
            <a:endParaRPr lang="en-GB" noProof="0" dirty="0">
              <a:solidFill>
                <a:schemeClr val="accent5">
                  <a:lumMod val="50000"/>
                </a:schemeClr>
              </a:solidFill>
            </a:endParaRPr>
          </a:p>
        </p:txBody>
      </p:sp>
      <p:pic>
        <p:nvPicPr>
          <p:cNvPr id="2" name="Picture 1">
            <a:extLst>
              <a:ext uri="{FF2B5EF4-FFF2-40B4-BE49-F238E27FC236}">
                <a16:creationId xmlns:a16="http://schemas.microsoft.com/office/drawing/2014/main" id="{84853F4A-2B52-7492-145D-F94F08F3893E}"/>
              </a:ext>
            </a:extLst>
          </p:cNvPr>
          <p:cNvPicPr>
            <a:picLocks noChangeAspect="1"/>
          </p:cNvPicPr>
          <p:nvPr/>
        </p:nvPicPr>
        <p:blipFill>
          <a:blip r:embed="rId2"/>
          <a:srcRect l="2683" t="3452" r="6202"/>
          <a:stretch>
            <a:fillRect/>
          </a:stretch>
        </p:blipFill>
        <p:spPr>
          <a:xfrm>
            <a:off x="5184843" y="1489500"/>
            <a:ext cx="5998318" cy="4076780"/>
          </a:xfrm>
          <a:prstGeom prst="rect">
            <a:avLst/>
          </a:prstGeom>
        </p:spPr>
      </p:pic>
      <p:sp>
        <p:nvSpPr>
          <p:cNvPr id="13" name="TextBox 12">
            <a:extLst>
              <a:ext uri="{FF2B5EF4-FFF2-40B4-BE49-F238E27FC236}">
                <a16:creationId xmlns:a16="http://schemas.microsoft.com/office/drawing/2014/main" id="{F4F5480E-7A82-971E-5B22-487AE4E2AFB0}"/>
              </a:ext>
            </a:extLst>
          </p:cNvPr>
          <p:cNvSpPr txBox="1"/>
          <p:nvPr/>
        </p:nvSpPr>
        <p:spPr>
          <a:xfrm>
            <a:off x="1487222" y="1916247"/>
            <a:ext cx="3646603" cy="3323987"/>
          </a:xfrm>
          <a:prstGeom prst="rect">
            <a:avLst/>
          </a:prstGeom>
          <a:noFill/>
        </p:spPr>
        <p:txBody>
          <a:bodyPr wrap="square" rtlCol="0">
            <a:spAutoFit/>
          </a:bodyPr>
          <a:lstStyle/>
          <a:p>
            <a:r>
              <a:rPr lang="en-GB" u="sng" noProof="0" dirty="0"/>
              <a:t>Use Case Diagram</a:t>
            </a:r>
          </a:p>
          <a:p>
            <a:r>
              <a:rPr lang="en-GB" sz="1600" noProof="0" dirty="0"/>
              <a:t>This diagram illustrates the interaction between the actors(Customer, Admin, Database, System) and the events. The administrator interacts with most of the events such as uploading data, review and retrain the model if needed. Customer only performs the transactions. The system does the preprocessing of the data, the system will be trained to detect anomaly activities and the database provides the input data and the stores the results </a:t>
            </a:r>
          </a:p>
        </p:txBody>
      </p:sp>
    </p:spTree>
    <p:extLst>
      <p:ext uri="{BB962C8B-B14F-4D97-AF65-F5344CB8AC3E}">
        <p14:creationId xmlns:p14="http://schemas.microsoft.com/office/powerpoint/2010/main" val="773082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C0286-4013-8B6B-2965-745059A21058}"/>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8A6382B4-590F-8E59-D680-38FA6D5BACB9}"/>
              </a:ext>
            </a:extLst>
          </p:cNvPr>
          <p:cNvGrpSpPr/>
          <p:nvPr/>
        </p:nvGrpSpPr>
        <p:grpSpPr>
          <a:xfrm>
            <a:off x="-746760" y="-851712"/>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F0314CE9-3944-6128-D87A-EA829B43F3F7}"/>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158C4FC6-C5B2-D193-3349-4AC135E3549B}"/>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A3A948BD-6A00-D8D3-658D-1DC77DE890AC}"/>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011597DA-4ACB-4567-3CF2-D4CA106C3240}"/>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C325E96F-226E-2351-ECD8-AA454390EF3C}"/>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1513A139-8FC7-2630-053A-AAA8C717A3C0}"/>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C711EDA7-9F87-BDBF-D4CA-6878CC17CBB0}"/>
              </a:ext>
            </a:extLst>
          </p:cNvPr>
          <p:cNvGrpSpPr/>
          <p:nvPr/>
        </p:nvGrpSpPr>
        <p:grpSpPr>
          <a:xfrm rot="10800000">
            <a:off x="-511189" y="5615022"/>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16C6459C-9038-EF8D-6BF5-BBE2CE0B7F76}"/>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DC4FF5CE-5091-4915-1A7B-051BDDB8BA41}"/>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4E8F3131-18C9-A639-E5F3-ECA4DC86622B}"/>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2E5C0FBB-EE86-F84B-B730-D967FAC18364}"/>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751186A9-DF75-A7B3-D728-C1DF31FDE73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5CB3967D-36B7-2AB3-10BF-E414ACBFD5E2}"/>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440E7AA5-0D5C-E044-4AD9-9BE2B423F727}"/>
              </a:ext>
            </a:extLst>
          </p:cNvPr>
          <p:cNvGrpSpPr/>
          <p:nvPr/>
        </p:nvGrpSpPr>
        <p:grpSpPr>
          <a:xfrm rot="16200000">
            <a:off x="-3430772"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864D1675-7C6F-A3C9-B066-1646EEF90BDF}"/>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0262F939-D7E8-3681-F09F-35AD2B608954}"/>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8C2FD0B6-5CED-DBBD-E37F-C0A6739DEAD9}"/>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E2ADB756-B798-FD92-45FE-826886FD0E6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D50480F7-D378-85D4-F5B9-70F636FFAE29}"/>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0B65B6F2-0119-9A96-282B-77CAE61ABE26}"/>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741BA329-7808-63EE-B21D-36CE4C34FFEF}"/>
              </a:ext>
            </a:extLst>
          </p:cNvPr>
          <p:cNvGrpSpPr/>
          <p:nvPr/>
        </p:nvGrpSpPr>
        <p:grpSpPr>
          <a:xfrm rot="5400000">
            <a:off x="8517742"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2713E96A-1B8D-6BC6-34D4-0DAA2DC87F4A}"/>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1C65C707-784B-F5FC-D65F-8C75F9771DC0}"/>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CD9B84B9-A05B-38FF-815F-B3C55BE78DCD}"/>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9F28464D-2DF0-2969-F4EB-DB4D43995AAB}"/>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F8FD18A6-34B3-FE62-D37B-6312F1AE3E61}"/>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1037A7B2-0092-DC03-2235-597BB1F182D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E537F2F8-E0CE-F738-3884-7CDA4BB64B1F}"/>
              </a:ext>
            </a:extLst>
          </p:cNvPr>
          <p:cNvSpPr/>
          <p:nvPr/>
        </p:nvSpPr>
        <p:spPr>
          <a:xfrm>
            <a:off x="1487222" y="1109770"/>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Overall System Designs</a:t>
            </a:r>
            <a:endParaRPr lang="en-GB" noProof="0" dirty="0">
              <a:solidFill>
                <a:schemeClr val="accent5">
                  <a:lumMod val="50000"/>
                </a:schemeClr>
              </a:solidFill>
            </a:endParaRPr>
          </a:p>
        </p:txBody>
      </p:sp>
      <p:pic>
        <p:nvPicPr>
          <p:cNvPr id="3" name="Picture 2">
            <a:extLst>
              <a:ext uri="{FF2B5EF4-FFF2-40B4-BE49-F238E27FC236}">
                <a16:creationId xmlns:a16="http://schemas.microsoft.com/office/drawing/2014/main" id="{E7F932BF-8E6C-48E6-1867-610F27B21D2A}"/>
              </a:ext>
            </a:extLst>
          </p:cNvPr>
          <p:cNvPicPr>
            <a:picLocks noChangeAspect="1"/>
          </p:cNvPicPr>
          <p:nvPr/>
        </p:nvPicPr>
        <p:blipFill rotWithShape="1">
          <a:blip r:embed="rId2"/>
          <a:srcRect l="2551" t="584" r="5590" b="17949"/>
          <a:stretch>
            <a:fillRect/>
          </a:stretch>
        </p:blipFill>
        <p:spPr bwMode="auto">
          <a:xfrm>
            <a:off x="5187151" y="1256102"/>
            <a:ext cx="5918044" cy="4420408"/>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BF90D3DB-B42F-D3D3-9810-09D16B720E25}"/>
              </a:ext>
            </a:extLst>
          </p:cNvPr>
          <p:cNvSpPr txBox="1"/>
          <p:nvPr/>
        </p:nvSpPr>
        <p:spPr>
          <a:xfrm>
            <a:off x="1485388" y="1895778"/>
            <a:ext cx="3701763" cy="3816429"/>
          </a:xfrm>
          <a:prstGeom prst="rect">
            <a:avLst/>
          </a:prstGeom>
          <a:noFill/>
        </p:spPr>
        <p:txBody>
          <a:bodyPr wrap="square" rtlCol="0">
            <a:spAutoFit/>
          </a:bodyPr>
          <a:lstStyle/>
          <a:p>
            <a:r>
              <a:rPr lang="en-GB" u="sng" noProof="0" dirty="0"/>
              <a:t>Sequence Diagram</a:t>
            </a:r>
          </a:p>
          <a:p>
            <a:r>
              <a:rPr lang="en-GB" sz="1600" noProof="0" dirty="0"/>
              <a:t>Illustrates the sequence of events of the system once a customer initiates a transaction. The event will be logged by the admin and the system will proceed with the collection of data, the data will be pre-processed before training, cleaned.  The system will then select the unusual activity and if it is detected of malicious, it will generate alert, this event will be logged, stored &amp; then will be reviewed by the admin and given feedback to retrain or not. If unusual activity has not been detected the transaction will be proceeded. </a:t>
            </a:r>
          </a:p>
        </p:txBody>
      </p:sp>
    </p:spTree>
    <p:extLst>
      <p:ext uri="{BB962C8B-B14F-4D97-AF65-F5344CB8AC3E}">
        <p14:creationId xmlns:p14="http://schemas.microsoft.com/office/powerpoint/2010/main" val="3987095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0605E-3DD6-8CEA-1CC6-7D24174BAF54}"/>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736297B2-1F51-AEDE-BA58-2FD3FB33BC45}"/>
              </a:ext>
            </a:extLst>
          </p:cNvPr>
          <p:cNvGrpSpPr/>
          <p:nvPr/>
        </p:nvGrpSpPr>
        <p:grpSpPr>
          <a:xfrm>
            <a:off x="-746760" y="-890624"/>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F209DDB1-4B4F-48F0-55D2-E7227E408A54}"/>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4B168C72-73BA-12D1-3A61-777A2B1F98AF}"/>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7E976972-2C00-7B1D-4448-4852AACAD09C}"/>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DBD08DCD-F133-D3CF-037D-7FD9071F19AF}"/>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062BDD1A-55CD-EA9C-E777-C339FF70E8F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A580255B-C8DE-348D-805C-717BA86ED8EC}"/>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3EF96BF9-1EBF-53CC-8C82-4473B0D345D8}"/>
              </a:ext>
            </a:extLst>
          </p:cNvPr>
          <p:cNvGrpSpPr/>
          <p:nvPr/>
        </p:nvGrpSpPr>
        <p:grpSpPr>
          <a:xfrm rot="10800000">
            <a:off x="-511189" y="5634478"/>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A9522D4B-C3F4-6805-8AB4-0AAB70F6EF7C}"/>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4E9695FA-9CC3-A28E-A266-28F3EAB93AE9}"/>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39260700-FF21-D5EE-F222-14D58549C6E7}"/>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9BCC7605-C632-A42E-242C-9CCFC721147E}"/>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3A9BD90D-DBD8-4AE3-B4D7-56D5B9F54ED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955FB7B5-55DE-1E9A-0A1B-87E4B662D6F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A2983B8D-21A1-F4A6-1138-D84BFF13730E}"/>
              </a:ext>
            </a:extLst>
          </p:cNvPr>
          <p:cNvGrpSpPr/>
          <p:nvPr/>
        </p:nvGrpSpPr>
        <p:grpSpPr>
          <a:xfrm rot="16200000">
            <a:off x="-3450228"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48E42265-CBD6-1BEF-3BC4-4226D394223D}"/>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74A3FB8D-75E7-DE68-0FE4-B177DF02547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B0F5D7EB-6BAA-1305-46A7-263B5CD6A497}"/>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3A33F871-6044-2611-B461-BC1A0210D2F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D2B7BB67-D391-129B-D2B2-0B2A99BF1D6C}"/>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7F7DC5A3-8438-13F3-327A-7273C9026515}"/>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CFEC8600-1EF2-69A1-9785-700B5CC6AE30}"/>
              </a:ext>
            </a:extLst>
          </p:cNvPr>
          <p:cNvGrpSpPr/>
          <p:nvPr/>
        </p:nvGrpSpPr>
        <p:grpSpPr>
          <a:xfrm rot="5400000">
            <a:off x="8546926"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F592978D-C43D-6DA2-5B0E-E87F0AD5BD73}"/>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7F3C2BAA-AC17-A22B-BAD1-6A3322792689}"/>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07D3ECC8-4B57-9FE9-14EE-E60AEA92FE0F}"/>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910FBA44-40CF-AE88-E945-1E496C55BE64}"/>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F3D1644D-D86D-27EB-F689-40CC26C334D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C24FF70E-B73A-8667-FD53-F55FF42F4A48}"/>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F127F819-6E8A-0D82-5E2A-35DB193CE646}"/>
              </a:ext>
            </a:extLst>
          </p:cNvPr>
          <p:cNvSpPr/>
          <p:nvPr/>
        </p:nvSpPr>
        <p:spPr>
          <a:xfrm>
            <a:off x="1487222" y="1109770"/>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Overall System Designs</a:t>
            </a:r>
            <a:endParaRPr lang="en-GB" noProof="0" dirty="0">
              <a:solidFill>
                <a:schemeClr val="accent5">
                  <a:lumMod val="50000"/>
                </a:schemeClr>
              </a:solidFill>
            </a:endParaRPr>
          </a:p>
        </p:txBody>
      </p:sp>
      <p:pic>
        <p:nvPicPr>
          <p:cNvPr id="2" name="drawing">
            <a:extLst>
              <a:ext uri="{FF2B5EF4-FFF2-40B4-BE49-F238E27FC236}">
                <a16:creationId xmlns:a16="http://schemas.microsoft.com/office/drawing/2014/main" id="{0870044A-FF52-79F4-3BB4-4F527A23DEF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72391" y="1881896"/>
            <a:ext cx="5992239" cy="3398374"/>
          </a:xfrm>
          <a:prstGeom prst="rect">
            <a:avLst/>
          </a:prstGeom>
        </p:spPr>
      </p:pic>
      <p:sp>
        <p:nvSpPr>
          <p:cNvPr id="13" name="TextBox 12">
            <a:extLst>
              <a:ext uri="{FF2B5EF4-FFF2-40B4-BE49-F238E27FC236}">
                <a16:creationId xmlns:a16="http://schemas.microsoft.com/office/drawing/2014/main" id="{0AFFB349-8EF5-8840-EFEA-71FC99107A06}"/>
              </a:ext>
            </a:extLst>
          </p:cNvPr>
          <p:cNvSpPr txBox="1"/>
          <p:nvPr/>
        </p:nvSpPr>
        <p:spPr>
          <a:xfrm>
            <a:off x="1405383" y="2025467"/>
            <a:ext cx="3766204" cy="3693319"/>
          </a:xfrm>
          <a:prstGeom prst="rect">
            <a:avLst/>
          </a:prstGeom>
          <a:noFill/>
        </p:spPr>
        <p:txBody>
          <a:bodyPr wrap="square" rtlCol="0">
            <a:spAutoFit/>
          </a:bodyPr>
          <a:lstStyle/>
          <a:p>
            <a:r>
              <a:rPr lang="en-GB" u="sng" noProof="0" dirty="0"/>
              <a:t>Layered Architecture Design</a:t>
            </a:r>
          </a:p>
          <a:p>
            <a:r>
              <a:rPr lang="en-GB" noProof="0" dirty="0"/>
              <a:t>Illustrates the layers of the system which includes the data layer, where data is pre-processed/cleaned and loaded. </a:t>
            </a:r>
          </a:p>
          <a:p>
            <a:r>
              <a:rPr lang="en-GB" noProof="0" dirty="0"/>
              <a:t>Machine Learning Layer where the algorithm is trained, feature engineering and detecting anomalies</a:t>
            </a:r>
          </a:p>
          <a:p>
            <a:r>
              <a:rPr lang="en-GB" noProof="0" dirty="0"/>
              <a:t>Application Layer that controls the workflow using logics, thresholding and explanation rules </a:t>
            </a:r>
          </a:p>
          <a:p>
            <a:r>
              <a:rPr lang="en-GB" noProof="0" dirty="0"/>
              <a:t>Visualisation Layer that displays the alert to the admin</a:t>
            </a:r>
          </a:p>
        </p:txBody>
      </p:sp>
    </p:spTree>
    <p:extLst>
      <p:ext uri="{BB962C8B-B14F-4D97-AF65-F5344CB8AC3E}">
        <p14:creationId xmlns:p14="http://schemas.microsoft.com/office/powerpoint/2010/main" val="4201866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2823D-208A-5106-3476-D66CDEC09419}"/>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155E0EF2-18B6-634E-AB17-C14C031FBBBD}"/>
              </a:ext>
            </a:extLst>
          </p:cNvPr>
          <p:cNvGrpSpPr/>
          <p:nvPr/>
        </p:nvGrpSpPr>
        <p:grpSpPr>
          <a:xfrm>
            <a:off x="-746760" y="-919808"/>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5D3701B5-472B-22E2-1CF8-8CF7EBDB718B}"/>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737539F8-2317-70D4-3EDE-88563B523E7F}"/>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F636E7D1-E094-9AE9-F01F-2150B56DDCE0}"/>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4DD03A51-B6A8-3A9A-DAC9-E37721EFD76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5BA0C77A-29C0-A1B5-2359-5384FA6B3BA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D169FD70-16AC-4B20-BFAA-0BB7901637F9}"/>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2241D757-81B9-683E-2849-5BD15436CEF3}"/>
              </a:ext>
            </a:extLst>
          </p:cNvPr>
          <p:cNvGrpSpPr/>
          <p:nvPr/>
        </p:nvGrpSpPr>
        <p:grpSpPr>
          <a:xfrm rot="10800000">
            <a:off x="-511189" y="5683118"/>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2D860C13-C0BF-830E-E560-44D7283F1213}"/>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90C7C9C8-87D5-37E7-9EA8-B4EDDF381D53}"/>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D7B80693-7C3F-7F0F-3985-5ACB2FE20F9E}"/>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2AB84E71-91A8-A2F9-2981-B3BF440B16FF}"/>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34FA919E-E25B-79A3-6A9E-178DB9507061}"/>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A48ADD7A-3FBA-6573-A6EB-369184370609}"/>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4D23F78E-F9F1-2C07-13E9-25BC8648593E}"/>
              </a:ext>
            </a:extLst>
          </p:cNvPr>
          <p:cNvGrpSpPr/>
          <p:nvPr/>
        </p:nvGrpSpPr>
        <p:grpSpPr>
          <a:xfrm rot="16200000">
            <a:off x="-3469684"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B305845F-FD94-C9FF-8472-8EBEA8FC1C90}"/>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F20E4E96-D506-E195-71AE-072309510A41}"/>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44ACE8F2-77BA-C323-F9F6-94A8DC9B72E2}"/>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4D379ECB-F045-03E7-6E89-E3DD271B106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77CBEEF4-B072-CCE8-A1A4-F60B1646EFE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2359E0BC-E0BF-4D8F-BF87-F393015D3767}"/>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B7E8FB35-0F4B-1DA7-340D-228DD9FA98A8}"/>
              </a:ext>
            </a:extLst>
          </p:cNvPr>
          <p:cNvGrpSpPr/>
          <p:nvPr/>
        </p:nvGrpSpPr>
        <p:grpSpPr>
          <a:xfrm rot="5400000">
            <a:off x="8585838"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57220C90-5D49-2464-1B32-C27582FDAE01}"/>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CA3D46D7-17BC-14DB-CB39-A21DF0848AFF}"/>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A715D80F-F604-7FE1-E458-A04B09213BD6}"/>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37E91B53-C9B3-3689-004D-582DF523353D}"/>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33AF8083-93AD-D72F-5A35-E0BA15B3EB3A}"/>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4C4FFB83-BB75-7368-D505-AA6AA7A29DDC}"/>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9F6379CA-281B-C3FE-720B-EF09ADDD50B5}"/>
              </a:ext>
            </a:extLst>
          </p:cNvPr>
          <p:cNvSpPr/>
          <p:nvPr/>
        </p:nvSpPr>
        <p:spPr>
          <a:xfrm>
            <a:off x="1487222" y="1109770"/>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Overall System Designs</a:t>
            </a:r>
            <a:endParaRPr lang="en-GB" noProof="0" dirty="0">
              <a:solidFill>
                <a:schemeClr val="accent5">
                  <a:lumMod val="50000"/>
                </a:schemeClr>
              </a:solidFill>
            </a:endParaRPr>
          </a:p>
        </p:txBody>
      </p:sp>
      <p:pic>
        <p:nvPicPr>
          <p:cNvPr id="13" name="Picture 12">
            <a:extLst>
              <a:ext uri="{FF2B5EF4-FFF2-40B4-BE49-F238E27FC236}">
                <a16:creationId xmlns:a16="http://schemas.microsoft.com/office/drawing/2014/main" id="{26355E86-0FEC-3780-0987-3DA126A056C3}"/>
              </a:ext>
            </a:extLst>
          </p:cNvPr>
          <p:cNvPicPr>
            <a:picLocks noChangeAspect="1"/>
          </p:cNvPicPr>
          <p:nvPr/>
        </p:nvPicPr>
        <p:blipFill>
          <a:blip r:embed="rId2"/>
          <a:srcRect l="17960" t="23845" r="29500" b="21985"/>
          <a:stretch>
            <a:fillRect/>
          </a:stretch>
        </p:blipFill>
        <p:spPr>
          <a:xfrm>
            <a:off x="4728934" y="1495973"/>
            <a:ext cx="6645341" cy="3999293"/>
          </a:xfrm>
          <a:prstGeom prst="rect">
            <a:avLst/>
          </a:prstGeom>
        </p:spPr>
      </p:pic>
      <p:sp>
        <p:nvSpPr>
          <p:cNvPr id="35" name="TextBox 34">
            <a:extLst>
              <a:ext uri="{FF2B5EF4-FFF2-40B4-BE49-F238E27FC236}">
                <a16:creationId xmlns:a16="http://schemas.microsoft.com/office/drawing/2014/main" id="{7C72CDA4-671D-F605-D22C-0CD2DD34986C}"/>
              </a:ext>
            </a:extLst>
          </p:cNvPr>
          <p:cNvSpPr txBox="1"/>
          <p:nvPr/>
        </p:nvSpPr>
        <p:spPr>
          <a:xfrm>
            <a:off x="1522246" y="1988307"/>
            <a:ext cx="3206688" cy="3416320"/>
          </a:xfrm>
          <a:prstGeom prst="rect">
            <a:avLst/>
          </a:prstGeom>
          <a:noFill/>
        </p:spPr>
        <p:txBody>
          <a:bodyPr wrap="square" rtlCol="0">
            <a:spAutoFit/>
          </a:bodyPr>
          <a:lstStyle/>
          <a:p>
            <a:r>
              <a:rPr lang="en-GB" u="sng" noProof="0" dirty="0"/>
              <a:t>Class Diagram</a:t>
            </a:r>
          </a:p>
          <a:p>
            <a:r>
              <a:rPr lang="en-GB" noProof="0" dirty="0"/>
              <a:t>A class diagram of the workflow of alert generation. A customer owns an account where the transactions will be recorded from. Before the transaction generates an alert, the login session verifies the transaction which is authenticates the customer who is trying to log in. After alert is generated, it is shown to the admin. </a:t>
            </a:r>
          </a:p>
        </p:txBody>
      </p:sp>
    </p:spTree>
    <p:extLst>
      <p:ext uri="{BB962C8B-B14F-4D97-AF65-F5344CB8AC3E}">
        <p14:creationId xmlns:p14="http://schemas.microsoft.com/office/powerpoint/2010/main" val="4129357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587E-A304-8806-42AF-3BAA75FF2AC0}"/>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D7257438-E6DA-DF81-A2BC-6B7B43B46C07}"/>
              </a:ext>
            </a:extLst>
          </p:cNvPr>
          <p:cNvGrpSpPr/>
          <p:nvPr/>
        </p:nvGrpSpPr>
        <p:grpSpPr>
          <a:xfrm>
            <a:off x="-746760" y="-958720"/>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A816D1AD-2ACD-2A7A-7126-41A713EE586B}"/>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8794FF15-B2BC-6D2A-B013-F5CF1A0C6EA7}"/>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F652579A-C933-93B9-6470-32DDB44B6A28}"/>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92E97572-298B-FBF9-D8F6-0534E3B4AB04}"/>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F3AD7D3C-86BD-045A-2874-0155BBE6620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49DECCB8-9732-1E74-25A4-86F1666E1F64}"/>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130F8102-16B5-557C-AB70-69CEF7E472F8}"/>
              </a:ext>
            </a:extLst>
          </p:cNvPr>
          <p:cNvGrpSpPr/>
          <p:nvPr/>
        </p:nvGrpSpPr>
        <p:grpSpPr>
          <a:xfrm rot="10800000">
            <a:off x="-511189" y="5712302"/>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4FB97077-B7E5-BBAC-E006-55654E3C641F}"/>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518BB4D5-2C79-0BF1-9771-03A057E0DDDC}"/>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0B17842F-D41E-48E2-2B71-05068ABFC22B}"/>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DF824B2A-4875-16E2-7347-8316B4119F57}"/>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AAF4FAD9-FB29-BCBE-1AF5-B5FC7A0A34C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BA9F2756-65D0-C022-8D91-F1C6AA232EA3}"/>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F3D97CD2-5909-E609-0E4E-6680DBD3886F}"/>
              </a:ext>
            </a:extLst>
          </p:cNvPr>
          <p:cNvGrpSpPr/>
          <p:nvPr/>
        </p:nvGrpSpPr>
        <p:grpSpPr>
          <a:xfrm rot="16200000">
            <a:off x="-3508596"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3993B06D-0949-22F5-B045-E04E6C2272A9}"/>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5C9204F8-825A-5908-0D60-3C1D75A64B46}"/>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4C66F866-500F-2727-9079-7CD4002E98A8}"/>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66797D3E-06D2-9614-E154-BD7CAE13E181}"/>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1D4C924E-78C8-7832-43FA-3EA51C1AB2D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679BA157-4481-F832-FF7F-0D52C8B1EB43}"/>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E5EE8B6A-FD95-6E7B-E0B8-369F1B98F998}"/>
              </a:ext>
            </a:extLst>
          </p:cNvPr>
          <p:cNvGrpSpPr/>
          <p:nvPr/>
        </p:nvGrpSpPr>
        <p:grpSpPr>
          <a:xfrm rot="5400000">
            <a:off x="8624750"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3E072D74-6337-6724-6FFF-A36409B5A07E}"/>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D667A000-6454-BD65-E618-3D85642EEC8F}"/>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99F012CC-93D9-5C97-1D8B-364E51E3F68F}"/>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5B6A2E01-DE54-67F3-CFF4-42B8083D116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A4409BC3-DD8E-713B-F5CD-B2A1C32394C5}"/>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F06FCCF8-DF47-68D1-D824-46D7BC9EFC6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pic>
        <p:nvPicPr>
          <p:cNvPr id="2" name="Picture 1">
            <a:extLst>
              <a:ext uri="{FF2B5EF4-FFF2-40B4-BE49-F238E27FC236}">
                <a16:creationId xmlns:a16="http://schemas.microsoft.com/office/drawing/2014/main" id="{07BA9D7B-5E7A-EB46-E3C8-D021F41CB086}"/>
              </a:ext>
            </a:extLst>
          </p:cNvPr>
          <p:cNvPicPr>
            <a:picLocks noChangeAspect="1"/>
          </p:cNvPicPr>
          <p:nvPr/>
        </p:nvPicPr>
        <p:blipFill>
          <a:blip r:embed="rId2"/>
          <a:srcRect l="35653" t="19432" r="38830" b="12641"/>
          <a:stretch>
            <a:fillRect/>
          </a:stretch>
        </p:blipFill>
        <p:spPr>
          <a:xfrm>
            <a:off x="6257977" y="849597"/>
            <a:ext cx="4551115" cy="5158805"/>
          </a:xfrm>
          <a:prstGeom prst="rect">
            <a:avLst/>
          </a:prstGeom>
        </p:spPr>
      </p:pic>
      <p:sp>
        <p:nvSpPr>
          <p:cNvPr id="3" name="TextBox 2">
            <a:extLst>
              <a:ext uri="{FF2B5EF4-FFF2-40B4-BE49-F238E27FC236}">
                <a16:creationId xmlns:a16="http://schemas.microsoft.com/office/drawing/2014/main" id="{22910131-9386-1D08-4B54-259D34A31AC4}"/>
              </a:ext>
            </a:extLst>
          </p:cNvPr>
          <p:cNvSpPr txBox="1"/>
          <p:nvPr/>
        </p:nvSpPr>
        <p:spPr>
          <a:xfrm>
            <a:off x="1645920" y="1966282"/>
            <a:ext cx="4201537" cy="3970318"/>
          </a:xfrm>
          <a:prstGeom prst="rect">
            <a:avLst/>
          </a:prstGeom>
          <a:noFill/>
        </p:spPr>
        <p:txBody>
          <a:bodyPr wrap="square" rtlCol="0">
            <a:spAutoFit/>
          </a:bodyPr>
          <a:lstStyle/>
          <a:p>
            <a:r>
              <a:rPr lang="en-GB" u="sng" noProof="0" dirty="0"/>
              <a:t>Workflow/flowchart</a:t>
            </a:r>
          </a:p>
          <a:p>
            <a:r>
              <a:rPr lang="en-GB" noProof="0" dirty="0"/>
              <a:t>This diagram demonstrates the workflow of the detection system. Starting with customer entering login details, if login details are valid it will sign in else login again and if attempts reach greater than 3 it will deny access. After login customer makes a transaction and anomaly detection system is run, checking whether the transaction is anomalous. If its not anomalous, the transaction will proceed as is else, it will be logged and generate an alert to the admin and transaction would fail</a:t>
            </a:r>
          </a:p>
        </p:txBody>
      </p:sp>
      <p:sp>
        <p:nvSpPr>
          <p:cNvPr id="5" name="Rectangle: Rounded Corners 4">
            <a:extLst>
              <a:ext uri="{FF2B5EF4-FFF2-40B4-BE49-F238E27FC236}">
                <a16:creationId xmlns:a16="http://schemas.microsoft.com/office/drawing/2014/main" id="{F8354B9D-BCB9-9CCD-2BB0-9BB57A70EE55}"/>
              </a:ext>
            </a:extLst>
          </p:cNvPr>
          <p:cNvSpPr/>
          <p:nvPr/>
        </p:nvSpPr>
        <p:spPr>
          <a:xfrm>
            <a:off x="1487222" y="1109770"/>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Overall System Designs</a:t>
            </a:r>
            <a:endParaRPr lang="en-GB" noProof="0" dirty="0">
              <a:solidFill>
                <a:schemeClr val="accent5">
                  <a:lumMod val="50000"/>
                </a:schemeClr>
              </a:solidFill>
            </a:endParaRPr>
          </a:p>
        </p:txBody>
      </p:sp>
    </p:spTree>
    <p:extLst>
      <p:ext uri="{BB962C8B-B14F-4D97-AF65-F5344CB8AC3E}">
        <p14:creationId xmlns:p14="http://schemas.microsoft.com/office/powerpoint/2010/main" val="3881213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7D91-C3EA-5CB9-8458-66087BDEBF9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18FDB50-AE22-EA5D-B3AC-0088C9551A26}"/>
              </a:ext>
            </a:extLst>
          </p:cNvPr>
          <p:cNvPicPr>
            <a:picLocks noChangeAspect="1"/>
          </p:cNvPicPr>
          <p:nvPr/>
        </p:nvPicPr>
        <p:blipFill>
          <a:blip r:embed="rId2"/>
          <a:srcRect l="7739" t="5957" r="7955" b="9929"/>
          <a:stretch>
            <a:fillRect/>
          </a:stretch>
        </p:blipFill>
        <p:spPr>
          <a:xfrm>
            <a:off x="1456571" y="1371267"/>
            <a:ext cx="9163977" cy="5143013"/>
          </a:xfrm>
          <a:prstGeom prst="rect">
            <a:avLst/>
          </a:prstGeom>
        </p:spPr>
      </p:pic>
      <p:grpSp>
        <p:nvGrpSpPr>
          <p:cNvPr id="12" name="Group 11">
            <a:extLst>
              <a:ext uri="{FF2B5EF4-FFF2-40B4-BE49-F238E27FC236}">
                <a16:creationId xmlns:a16="http://schemas.microsoft.com/office/drawing/2014/main" id="{6A8E1706-568C-36FD-13D3-6F11EBCEC6EF}"/>
              </a:ext>
            </a:extLst>
          </p:cNvPr>
          <p:cNvGrpSpPr/>
          <p:nvPr/>
        </p:nvGrpSpPr>
        <p:grpSpPr>
          <a:xfrm>
            <a:off x="-746760" y="-1201909"/>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C3C0D36E-2A9B-B419-214C-8EDBC35B6311}"/>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3938611B-D545-1E0E-6B94-8507393E0C86}"/>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6B85E6C7-5C21-5F1E-5FCF-03CBA2469303}"/>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6C9C4ABA-F6A0-0B1F-2AB2-4DB004AE6417}"/>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49AD9685-BA44-A909-B4D4-99352D3EBB6A}"/>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41480B01-EF9D-6F47-5F9A-2E1D365C5847}"/>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422324A9-CB72-B1E3-BF2B-C2ED078FF419}"/>
              </a:ext>
            </a:extLst>
          </p:cNvPr>
          <p:cNvGrpSpPr/>
          <p:nvPr/>
        </p:nvGrpSpPr>
        <p:grpSpPr>
          <a:xfrm rot="10800000">
            <a:off x="-511189" y="6004131"/>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F033C122-A3AF-0508-C783-AC2AAD0B7E66}"/>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865D4D89-9AFB-6219-6A0C-E9C2D30D596A}"/>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9F0AC582-2099-1CD4-E357-0BC524926751}"/>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E477A089-3243-B805-13BE-A06BCA059B9C}"/>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EE349149-3044-72D4-58FD-31AE9D82E8C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1AFF7817-C6EA-6931-120B-AB70EB881381}"/>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FD802D98-C1C8-C3C2-F9A8-2276FBE70198}"/>
              </a:ext>
            </a:extLst>
          </p:cNvPr>
          <p:cNvGrpSpPr/>
          <p:nvPr/>
        </p:nvGrpSpPr>
        <p:grpSpPr>
          <a:xfrm rot="16200000">
            <a:off x="-3742060" y="2486971"/>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01C69B1E-C5BA-564C-6919-1F77FD5A03A4}"/>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AB2EC2F4-59B2-93A6-5FC4-AE11315D508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AAFBB040-14C5-7A19-492C-FA5BF0D2E85A}"/>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662EC8AD-7AA1-5F14-47B5-E50F4C36C158}"/>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954BBC80-0B15-24B7-1FE1-BFE8E08D949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B1B6B79C-EFFF-D10A-1DEE-38C9FBED3FFA}"/>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850E48A0-4FBE-DEFC-DA17-87AD570EE856}"/>
              </a:ext>
            </a:extLst>
          </p:cNvPr>
          <p:cNvGrpSpPr/>
          <p:nvPr/>
        </p:nvGrpSpPr>
        <p:grpSpPr>
          <a:xfrm rot="5400000">
            <a:off x="8731753"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87184B52-17AA-14D8-63FA-23D0993580B3}"/>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66EC6473-E51A-74F3-ADFE-E5808C63E560}"/>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77474571-2961-EEE2-F8B5-7109F3109FF1}"/>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F35DE773-E448-E761-71F4-7617B53F760A}"/>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2A8B5BCA-B773-1D06-DDB8-B710D2F4A133}"/>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B58013B5-7791-F89D-2455-ED57299D794A}"/>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F162080A-FD2C-DEA7-BB11-302E52E5B795}"/>
              </a:ext>
            </a:extLst>
          </p:cNvPr>
          <p:cNvSpPr/>
          <p:nvPr/>
        </p:nvSpPr>
        <p:spPr>
          <a:xfrm>
            <a:off x="1272732" y="639876"/>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Overall System Designs</a:t>
            </a:r>
            <a:endParaRPr lang="en-GB" noProof="0" dirty="0">
              <a:solidFill>
                <a:schemeClr val="accent5">
                  <a:lumMod val="50000"/>
                </a:schemeClr>
              </a:solidFill>
            </a:endParaRPr>
          </a:p>
        </p:txBody>
      </p:sp>
      <p:sp>
        <p:nvSpPr>
          <p:cNvPr id="35" name="TextBox 34">
            <a:extLst>
              <a:ext uri="{FF2B5EF4-FFF2-40B4-BE49-F238E27FC236}">
                <a16:creationId xmlns:a16="http://schemas.microsoft.com/office/drawing/2014/main" id="{6421F4EF-9061-9DEA-27DE-15017801BA0B}"/>
              </a:ext>
            </a:extLst>
          </p:cNvPr>
          <p:cNvSpPr txBox="1"/>
          <p:nvPr/>
        </p:nvSpPr>
        <p:spPr>
          <a:xfrm>
            <a:off x="5824031" y="929986"/>
            <a:ext cx="4201537" cy="369332"/>
          </a:xfrm>
          <a:prstGeom prst="rect">
            <a:avLst/>
          </a:prstGeom>
          <a:noFill/>
        </p:spPr>
        <p:txBody>
          <a:bodyPr wrap="square" rtlCol="0">
            <a:spAutoFit/>
          </a:bodyPr>
          <a:lstStyle/>
          <a:p>
            <a:r>
              <a:rPr lang="en-GB" u="sng" noProof="0" dirty="0"/>
              <a:t>User Interface – System Dashboard </a:t>
            </a:r>
          </a:p>
        </p:txBody>
      </p:sp>
    </p:spTree>
    <p:extLst>
      <p:ext uri="{BB962C8B-B14F-4D97-AF65-F5344CB8AC3E}">
        <p14:creationId xmlns:p14="http://schemas.microsoft.com/office/powerpoint/2010/main" val="3506898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06B7-AA5B-5317-5316-6A22136235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F3BAD8E-3CE7-7BB4-8A57-E6132A66CA6D}"/>
              </a:ext>
            </a:extLst>
          </p:cNvPr>
          <p:cNvPicPr>
            <a:picLocks noChangeAspect="1"/>
          </p:cNvPicPr>
          <p:nvPr/>
        </p:nvPicPr>
        <p:blipFill>
          <a:blip r:embed="rId2"/>
          <a:srcRect l="5665" t="27095" r="12565" b="12829"/>
          <a:stretch>
            <a:fillRect/>
          </a:stretch>
        </p:blipFill>
        <p:spPr>
          <a:xfrm>
            <a:off x="802169" y="1067745"/>
            <a:ext cx="10765358" cy="5301575"/>
          </a:xfrm>
          <a:prstGeom prst="rect">
            <a:avLst/>
          </a:prstGeom>
        </p:spPr>
      </p:pic>
      <p:grpSp>
        <p:nvGrpSpPr>
          <p:cNvPr id="12" name="Group 11">
            <a:extLst>
              <a:ext uri="{FF2B5EF4-FFF2-40B4-BE49-F238E27FC236}">
                <a16:creationId xmlns:a16="http://schemas.microsoft.com/office/drawing/2014/main" id="{48F96FAF-0411-AF46-3CB6-A8E7E3BB7A23}"/>
              </a:ext>
            </a:extLst>
          </p:cNvPr>
          <p:cNvGrpSpPr/>
          <p:nvPr/>
        </p:nvGrpSpPr>
        <p:grpSpPr>
          <a:xfrm>
            <a:off x="-746760" y="-1377008"/>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27E77394-E2F1-01E7-7487-5F79F9C76492}"/>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98F255DE-53DE-CB22-17EE-21A13FB984AD}"/>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3C40CA7C-CCC2-AEAB-407E-AD07566EE754}"/>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7F73C544-84A8-F244-FF46-99DEB7B5538A}"/>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3EFCB8E7-AF75-0EB6-F388-29BA45E18D42}"/>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EB24E28D-EDF1-787F-E3A9-94F8D7854B66}"/>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30E5F120-D9C8-8C27-D3A7-4E6899ED67AD}"/>
              </a:ext>
            </a:extLst>
          </p:cNvPr>
          <p:cNvGrpSpPr/>
          <p:nvPr/>
        </p:nvGrpSpPr>
        <p:grpSpPr>
          <a:xfrm rot="10800000">
            <a:off x="-530645" y="6286246"/>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96ED4707-64EF-22E3-73DD-1F0F2DD65B3B}"/>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B8E3A435-8F80-9785-6D29-362FA4E76A6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CE43F1C8-420F-9970-6B08-C32545988740}"/>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BD88C8EC-ECB4-4501-CF98-EAA0DF5BE730}"/>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8FFEA1AA-5389-8A59-F708-A3201AEF01E1}"/>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DED298CB-FC3F-0521-F81E-B13CCDD9767E}"/>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39F7DE61-CAF2-05C4-7952-1AA92A2BB210}"/>
              </a:ext>
            </a:extLst>
          </p:cNvPr>
          <p:cNvGrpSpPr/>
          <p:nvPr/>
        </p:nvGrpSpPr>
        <p:grpSpPr>
          <a:xfrm rot="16200000">
            <a:off x="-3985258" y="2525883"/>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D88655E3-2E38-4E2A-8A1E-B0C342F69991}"/>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76995657-A667-0ACA-D244-ECFA753D9E0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6B078A00-4A6F-A946-EFEC-A6CE4AB77F03}"/>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81D65D7E-9148-F017-CA72-9E42218D6067}"/>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DF60D0FD-9EF5-1A44-8F42-84E5A1C2510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86EEA49A-8A68-9F73-D10E-3C6456B21A5E}"/>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089F5011-74A0-0056-8399-70440FDD173E}"/>
              </a:ext>
            </a:extLst>
          </p:cNvPr>
          <p:cNvGrpSpPr/>
          <p:nvPr/>
        </p:nvGrpSpPr>
        <p:grpSpPr>
          <a:xfrm rot="5400000">
            <a:off x="8936038"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18EAF301-624E-B0B9-CA1A-7F4F163A7371}"/>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914207B0-FB32-D8CE-9C69-FC91E18E2B27}"/>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3A5C82E1-1A7C-156E-C34A-7C911A0E113E}"/>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A9D07F7D-51C2-0887-DFBF-300DFAE56CC5}"/>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DACF7917-356C-DAF0-D1B9-210C25EC3800}"/>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E8F5344C-03E8-56E1-620B-AF75EA3355FC}"/>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2D16E53B-C18B-3A8C-4EF7-553469D10B82}"/>
              </a:ext>
            </a:extLst>
          </p:cNvPr>
          <p:cNvSpPr/>
          <p:nvPr/>
        </p:nvSpPr>
        <p:spPr>
          <a:xfrm>
            <a:off x="1293496" y="348933"/>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Updated Gantt Chart</a:t>
            </a:r>
            <a:endParaRPr lang="en-GB" noProof="0" dirty="0">
              <a:solidFill>
                <a:schemeClr val="accent5">
                  <a:lumMod val="50000"/>
                </a:schemeClr>
              </a:solidFill>
            </a:endParaRPr>
          </a:p>
        </p:txBody>
      </p:sp>
    </p:spTree>
    <p:extLst>
      <p:ext uri="{BB962C8B-B14F-4D97-AF65-F5344CB8AC3E}">
        <p14:creationId xmlns:p14="http://schemas.microsoft.com/office/powerpoint/2010/main" val="3507975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A14F3-C08F-0B06-B1A5-EFE4ACA98AB3}"/>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96A22A39-02C2-F6A7-89CE-8705BD30F825}"/>
              </a:ext>
            </a:extLst>
          </p:cNvPr>
          <p:cNvGrpSpPr/>
          <p:nvPr/>
        </p:nvGrpSpPr>
        <p:grpSpPr>
          <a:xfrm>
            <a:off x="-746760" y="-1396464"/>
            <a:ext cx="13456920" cy="1942026"/>
            <a:chOff x="-746760" y="-563880"/>
            <a:chExt cx="13456920" cy="1764226"/>
          </a:xfrm>
          <a:solidFill>
            <a:srgbClr val="002060"/>
          </a:solidFill>
        </p:grpSpPr>
        <p:sp>
          <p:nvSpPr>
            <p:cNvPr id="6" name="Cloud 5">
              <a:extLst>
                <a:ext uri="{FF2B5EF4-FFF2-40B4-BE49-F238E27FC236}">
                  <a16:creationId xmlns:a16="http://schemas.microsoft.com/office/drawing/2014/main" id="{CA682012-3070-8D55-59AC-BAAB4728C796}"/>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Cloud 6">
              <a:extLst>
                <a:ext uri="{FF2B5EF4-FFF2-40B4-BE49-F238E27FC236}">
                  <a16:creationId xmlns:a16="http://schemas.microsoft.com/office/drawing/2014/main" id="{9A74A108-4911-AAC2-82C5-43F0ACE0763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Cloud 7">
              <a:extLst>
                <a:ext uri="{FF2B5EF4-FFF2-40B4-BE49-F238E27FC236}">
                  <a16:creationId xmlns:a16="http://schemas.microsoft.com/office/drawing/2014/main" id="{D92DF324-1AEB-7F3A-ABC9-F1109D0A5642}"/>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Cloud 8">
              <a:extLst>
                <a:ext uri="{FF2B5EF4-FFF2-40B4-BE49-F238E27FC236}">
                  <a16:creationId xmlns:a16="http://schemas.microsoft.com/office/drawing/2014/main" id="{AB2F9F0E-038A-4D7F-855E-729BABAF0994}"/>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Cloud 9">
              <a:extLst>
                <a:ext uri="{FF2B5EF4-FFF2-40B4-BE49-F238E27FC236}">
                  <a16:creationId xmlns:a16="http://schemas.microsoft.com/office/drawing/2014/main" id="{52360487-2E9A-84DA-7DB3-93A7B36A6934}"/>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Cloud 10">
              <a:extLst>
                <a:ext uri="{FF2B5EF4-FFF2-40B4-BE49-F238E27FC236}">
                  <a16:creationId xmlns:a16="http://schemas.microsoft.com/office/drawing/2014/main" id="{2BCE2140-4832-AA79-5D4D-56A90F361F0B}"/>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14" name="Group 13">
            <a:extLst>
              <a:ext uri="{FF2B5EF4-FFF2-40B4-BE49-F238E27FC236}">
                <a16:creationId xmlns:a16="http://schemas.microsoft.com/office/drawing/2014/main" id="{23445A4E-9FF1-888C-2014-6A3F481432D2}"/>
              </a:ext>
            </a:extLst>
          </p:cNvPr>
          <p:cNvGrpSpPr/>
          <p:nvPr/>
        </p:nvGrpSpPr>
        <p:grpSpPr>
          <a:xfrm rot="10800000">
            <a:off x="-530645" y="6305702"/>
            <a:ext cx="13456920" cy="2094689"/>
            <a:chOff x="-746760" y="-563880"/>
            <a:chExt cx="13456920" cy="1764226"/>
          </a:xfrm>
          <a:solidFill>
            <a:srgbClr val="002060"/>
          </a:solidFill>
        </p:grpSpPr>
        <p:sp>
          <p:nvSpPr>
            <p:cNvPr id="15" name="Cloud 14">
              <a:extLst>
                <a:ext uri="{FF2B5EF4-FFF2-40B4-BE49-F238E27FC236}">
                  <a16:creationId xmlns:a16="http://schemas.microsoft.com/office/drawing/2014/main" id="{89E72FE1-67B4-407F-781E-9A7481336152}"/>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Cloud 15">
              <a:extLst>
                <a:ext uri="{FF2B5EF4-FFF2-40B4-BE49-F238E27FC236}">
                  <a16:creationId xmlns:a16="http://schemas.microsoft.com/office/drawing/2014/main" id="{E1802444-494E-C99C-4D6F-B0D7F0B0924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Cloud 16">
              <a:extLst>
                <a:ext uri="{FF2B5EF4-FFF2-40B4-BE49-F238E27FC236}">
                  <a16:creationId xmlns:a16="http://schemas.microsoft.com/office/drawing/2014/main" id="{CBB762AA-23C5-8C27-2E8C-9C8191B716D0}"/>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Cloud 17">
              <a:extLst>
                <a:ext uri="{FF2B5EF4-FFF2-40B4-BE49-F238E27FC236}">
                  <a16:creationId xmlns:a16="http://schemas.microsoft.com/office/drawing/2014/main" id="{C67FE41D-3A0B-75AA-00E2-81EBB2103282}"/>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Cloud 18">
              <a:extLst>
                <a:ext uri="{FF2B5EF4-FFF2-40B4-BE49-F238E27FC236}">
                  <a16:creationId xmlns:a16="http://schemas.microsoft.com/office/drawing/2014/main" id="{74162DD9-BF43-906D-5B87-58EE713AF76B}"/>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Cloud 19">
              <a:extLst>
                <a:ext uri="{FF2B5EF4-FFF2-40B4-BE49-F238E27FC236}">
                  <a16:creationId xmlns:a16="http://schemas.microsoft.com/office/drawing/2014/main" id="{E8C3F906-51A2-CD5C-A10F-4AD1542BB835}"/>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1" name="Group 20">
            <a:extLst>
              <a:ext uri="{FF2B5EF4-FFF2-40B4-BE49-F238E27FC236}">
                <a16:creationId xmlns:a16="http://schemas.microsoft.com/office/drawing/2014/main" id="{3180B1F5-B1E6-BC7E-0903-11779F1A0103}"/>
              </a:ext>
            </a:extLst>
          </p:cNvPr>
          <p:cNvGrpSpPr/>
          <p:nvPr/>
        </p:nvGrpSpPr>
        <p:grpSpPr>
          <a:xfrm rot="16200000">
            <a:off x="-4004714" y="2525883"/>
            <a:ext cx="7576824" cy="2099959"/>
            <a:chOff x="-746760" y="-563880"/>
            <a:chExt cx="13456920" cy="1764226"/>
          </a:xfrm>
          <a:solidFill>
            <a:srgbClr val="002060"/>
          </a:solidFill>
        </p:grpSpPr>
        <p:sp>
          <p:nvSpPr>
            <p:cNvPr id="22" name="Cloud 21">
              <a:extLst>
                <a:ext uri="{FF2B5EF4-FFF2-40B4-BE49-F238E27FC236}">
                  <a16:creationId xmlns:a16="http://schemas.microsoft.com/office/drawing/2014/main" id="{D7AB8DFB-2796-1857-67CC-46A47824D019}"/>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Cloud 22">
              <a:extLst>
                <a:ext uri="{FF2B5EF4-FFF2-40B4-BE49-F238E27FC236}">
                  <a16:creationId xmlns:a16="http://schemas.microsoft.com/office/drawing/2014/main" id="{95F64C7F-DF2C-FC9A-1D5A-DE144A5C9B68}"/>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Cloud 23">
              <a:extLst>
                <a:ext uri="{FF2B5EF4-FFF2-40B4-BE49-F238E27FC236}">
                  <a16:creationId xmlns:a16="http://schemas.microsoft.com/office/drawing/2014/main" id="{1FD8C19C-7D88-37D6-3ED9-6A84CE976F89}"/>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Cloud 24">
              <a:extLst>
                <a:ext uri="{FF2B5EF4-FFF2-40B4-BE49-F238E27FC236}">
                  <a16:creationId xmlns:a16="http://schemas.microsoft.com/office/drawing/2014/main" id="{4A123979-55CD-6198-5EBF-432FDA3D190B}"/>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Cloud 25">
              <a:extLst>
                <a:ext uri="{FF2B5EF4-FFF2-40B4-BE49-F238E27FC236}">
                  <a16:creationId xmlns:a16="http://schemas.microsoft.com/office/drawing/2014/main" id="{2871738E-23B5-4F7A-E4C3-92D316E28D59}"/>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Cloud 26">
              <a:extLst>
                <a:ext uri="{FF2B5EF4-FFF2-40B4-BE49-F238E27FC236}">
                  <a16:creationId xmlns:a16="http://schemas.microsoft.com/office/drawing/2014/main" id="{70D3BF95-CE36-CB86-EDF8-1DF997D25E17}"/>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grpSp>
        <p:nvGrpSpPr>
          <p:cNvPr id="28" name="Group 27">
            <a:extLst>
              <a:ext uri="{FF2B5EF4-FFF2-40B4-BE49-F238E27FC236}">
                <a16:creationId xmlns:a16="http://schemas.microsoft.com/office/drawing/2014/main" id="{F9B6AE86-B57E-1BA3-6759-81A21B063A12}"/>
              </a:ext>
            </a:extLst>
          </p:cNvPr>
          <p:cNvGrpSpPr/>
          <p:nvPr/>
        </p:nvGrpSpPr>
        <p:grpSpPr>
          <a:xfrm rot="5400000">
            <a:off x="8955494" y="2214356"/>
            <a:ext cx="7132320" cy="2085961"/>
            <a:chOff x="-746760" y="-563880"/>
            <a:chExt cx="13456920" cy="1764226"/>
          </a:xfrm>
          <a:solidFill>
            <a:srgbClr val="002060"/>
          </a:solidFill>
        </p:grpSpPr>
        <p:sp>
          <p:nvSpPr>
            <p:cNvPr id="29" name="Cloud 28">
              <a:extLst>
                <a:ext uri="{FF2B5EF4-FFF2-40B4-BE49-F238E27FC236}">
                  <a16:creationId xmlns:a16="http://schemas.microsoft.com/office/drawing/2014/main" id="{D4DAE9F0-B7D2-293B-0CF7-6292B730B842}"/>
                </a:ext>
              </a:extLst>
            </p:cNvPr>
            <p:cNvSpPr/>
            <p:nvPr/>
          </p:nvSpPr>
          <p:spPr>
            <a:xfrm>
              <a:off x="-74676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Cloud 29">
              <a:extLst>
                <a:ext uri="{FF2B5EF4-FFF2-40B4-BE49-F238E27FC236}">
                  <a16:creationId xmlns:a16="http://schemas.microsoft.com/office/drawing/2014/main" id="{F2622776-9BAC-4ECB-7DA5-1F568355D7FD}"/>
                </a:ext>
              </a:extLst>
            </p:cNvPr>
            <p:cNvSpPr/>
            <p:nvPr/>
          </p:nvSpPr>
          <p:spPr>
            <a:xfrm>
              <a:off x="164592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Cloud 30">
              <a:extLst>
                <a:ext uri="{FF2B5EF4-FFF2-40B4-BE49-F238E27FC236}">
                  <a16:creationId xmlns:a16="http://schemas.microsoft.com/office/drawing/2014/main" id="{C1ACC993-8173-040F-D056-968CD1A1ABCD}"/>
                </a:ext>
              </a:extLst>
            </p:cNvPr>
            <p:cNvSpPr/>
            <p:nvPr/>
          </p:nvSpPr>
          <p:spPr>
            <a:xfrm>
              <a:off x="38100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Cloud 31">
              <a:extLst>
                <a:ext uri="{FF2B5EF4-FFF2-40B4-BE49-F238E27FC236}">
                  <a16:creationId xmlns:a16="http://schemas.microsoft.com/office/drawing/2014/main" id="{7AE49D66-61B1-E3D7-CDE2-1E38B1715F6A}"/>
                </a:ext>
              </a:extLst>
            </p:cNvPr>
            <p:cNvSpPr/>
            <p:nvPr/>
          </p:nvSpPr>
          <p:spPr>
            <a:xfrm>
              <a:off x="597408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Cloud 32">
              <a:extLst>
                <a:ext uri="{FF2B5EF4-FFF2-40B4-BE49-F238E27FC236}">
                  <a16:creationId xmlns:a16="http://schemas.microsoft.com/office/drawing/2014/main" id="{A71BD639-98E0-1838-0092-17EE18595CDF}"/>
                </a:ext>
              </a:extLst>
            </p:cNvPr>
            <p:cNvSpPr/>
            <p:nvPr/>
          </p:nvSpPr>
          <p:spPr>
            <a:xfrm>
              <a:off x="7924800" y="-56388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4" name="Cloud 33">
              <a:extLst>
                <a:ext uri="{FF2B5EF4-FFF2-40B4-BE49-F238E27FC236}">
                  <a16:creationId xmlns:a16="http://schemas.microsoft.com/office/drawing/2014/main" id="{D4BFDA69-7897-FA8A-94C0-CC909D31EEFA}"/>
                </a:ext>
              </a:extLst>
            </p:cNvPr>
            <p:cNvSpPr/>
            <p:nvPr/>
          </p:nvSpPr>
          <p:spPr>
            <a:xfrm>
              <a:off x="10088880" y="-281940"/>
              <a:ext cx="2621280" cy="1482286"/>
            </a:xfrm>
            <a:prstGeom prst="cloud">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4" name="Rectangle: Rounded Corners 3">
            <a:extLst>
              <a:ext uri="{FF2B5EF4-FFF2-40B4-BE49-F238E27FC236}">
                <a16:creationId xmlns:a16="http://schemas.microsoft.com/office/drawing/2014/main" id="{D3447320-59A9-434D-7B6F-CF7CB29EACF5}"/>
              </a:ext>
            </a:extLst>
          </p:cNvPr>
          <p:cNvSpPr/>
          <p:nvPr/>
        </p:nvSpPr>
        <p:spPr>
          <a:xfrm>
            <a:off x="1912493" y="700724"/>
            <a:ext cx="2621280" cy="610391"/>
          </a:xfrm>
          <a:prstGeom prst="roundRect">
            <a:avLst/>
          </a:prstGeom>
          <a:solidFill>
            <a:schemeClr val="accent5">
              <a:lumMod val="20000"/>
              <a:lumOff val="80000"/>
            </a:schemeClr>
          </a:solidFill>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noProof="0" dirty="0">
                <a:solidFill>
                  <a:schemeClr val="accent5">
                    <a:lumMod val="50000"/>
                  </a:schemeClr>
                </a:solidFill>
              </a:rPr>
              <a:t>Prototype</a:t>
            </a:r>
            <a:endParaRPr lang="en-GB" noProof="0" dirty="0">
              <a:solidFill>
                <a:schemeClr val="accent5">
                  <a:lumMod val="50000"/>
                </a:schemeClr>
              </a:solidFill>
            </a:endParaRPr>
          </a:p>
        </p:txBody>
      </p:sp>
      <p:sp>
        <p:nvSpPr>
          <p:cNvPr id="2" name="TextBox 1">
            <a:extLst>
              <a:ext uri="{FF2B5EF4-FFF2-40B4-BE49-F238E27FC236}">
                <a16:creationId xmlns:a16="http://schemas.microsoft.com/office/drawing/2014/main" id="{52C9F8AE-2950-2829-C090-410529B71AA3}"/>
              </a:ext>
            </a:extLst>
          </p:cNvPr>
          <p:cNvSpPr txBox="1"/>
          <p:nvPr/>
        </p:nvSpPr>
        <p:spPr>
          <a:xfrm>
            <a:off x="1671764" y="1703972"/>
            <a:ext cx="5992238" cy="3539430"/>
          </a:xfrm>
          <a:prstGeom prst="rect">
            <a:avLst/>
          </a:prstGeom>
          <a:noFill/>
        </p:spPr>
        <p:txBody>
          <a:bodyPr wrap="square" rtlCol="0">
            <a:spAutoFit/>
          </a:bodyPr>
          <a:lstStyle/>
          <a:p>
            <a:pPr marL="457200" indent="-457200">
              <a:buFont typeface="Wingdings" panose="05000000000000000000" pitchFamily="2" charset="2"/>
              <a:buChar char="q"/>
            </a:pPr>
            <a:r>
              <a:rPr lang="en-GB" sz="2800" b="1" noProof="0" dirty="0" err="1"/>
              <a:t>Jupyter</a:t>
            </a:r>
            <a:r>
              <a:rPr lang="en-GB" sz="2800" b="1" noProof="0" dirty="0"/>
              <a:t> Notebook for implementation</a:t>
            </a:r>
          </a:p>
          <a:p>
            <a:pPr marL="457200" indent="-457200">
              <a:buFont typeface="Wingdings" panose="05000000000000000000" pitchFamily="2" charset="2"/>
              <a:buChar char="q"/>
            </a:pPr>
            <a:r>
              <a:rPr lang="en-GB" sz="2800" b="1" noProof="0" dirty="0"/>
              <a:t>Programming Language: Python </a:t>
            </a:r>
          </a:p>
          <a:p>
            <a:endParaRPr lang="en-GB" sz="2800" b="1" noProof="0" dirty="0"/>
          </a:p>
          <a:p>
            <a:r>
              <a:rPr lang="en-GB" sz="2800" b="1" noProof="0" dirty="0"/>
              <a:t>Development so far:</a:t>
            </a:r>
          </a:p>
          <a:p>
            <a:pPr marL="457200" indent="-457200">
              <a:buFont typeface="Arial" panose="020B0604020202020204" pitchFamily="34" charset="0"/>
              <a:buChar char="•"/>
            </a:pPr>
            <a:r>
              <a:rPr lang="en-GB" sz="2800" b="1" noProof="0" dirty="0"/>
              <a:t>Uploading &amp; loading Dataset in </a:t>
            </a:r>
            <a:r>
              <a:rPr lang="en-GB" sz="2800" b="1" noProof="0" dirty="0" err="1"/>
              <a:t>Jupyter</a:t>
            </a:r>
            <a:r>
              <a:rPr lang="en-GB" sz="2800" b="1" noProof="0" dirty="0"/>
              <a:t> Notebook </a:t>
            </a:r>
          </a:p>
          <a:p>
            <a:pPr marL="457200" indent="-457200">
              <a:buFont typeface="Arial" panose="020B0604020202020204" pitchFamily="34" charset="0"/>
              <a:buChar char="•"/>
            </a:pPr>
            <a:r>
              <a:rPr lang="en-GB" sz="2800" b="1" noProof="0" dirty="0"/>
              <a:t>Preprocessing data</a:t>
            </a:r>
            <a:endParaRPr lang="en-GB" sz="2800" noProof="0" dirty="0"/>
          </a:p>
        </p:txBody>
      </p:sp>
      <p:sp>
        <p:nvSpPr>
          <p:cNvPr id="5" name="AutoShape 2" descr="Image result for Jupyter Notebook Logo">
            <a:extLst>
              <a:ext uri="{FF2B5EF4-FFF2-40B4-BE49-F238E27FC236}">
                <a16:creationId xmlns:a16="http://schemas.microsoft.com/office/drawing/2014/main" id="{BFE32345-2CAA-3C11-D90D-13F0BFFF4CFF}"/>
              </a:ext>
            </a:extLst>
          </p:cNvPr>
          <p:cNvSpPr>
            <a:spLocks noChangeAspect="1" noChangeArrowheads="1"/>
          </p:cNvSpPr>
          <p:nvPr/>
        </p:nvSpPr>
        <p:spPr bwMode="auto">
          <a:xfrm>
            <a:off x="5943600" y="3276600"/>
            <a:ext cx="2651760" cy="26517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pic>
        <p:nvPicPr>
          <p:cNvPr id="1030" name="Picture 6" descr="Jupyter Notebook | Saturn Cloud">
            <a:extLst>
              <a:ext uri="{FF2B5EF4-FFF2-40B4-BE49-F238E27FC236}">
                <a16:creationId xmlns:a16="http://schemas.microsoft.com/office/drawing/2014/main" id="{67A4FB0D-1BD9-3C90-4C0B-1F7B5755D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4347" y="677114"/>
            <a:ext cx="3669347" cy="20337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ython Logo, symbol, meaning, history, PNG, brand">
            <a:extLst>
              <a:ext uri="{FF2B5EF4-FFF2-40B4-BE49-F238E27FC236}">
                <a16:creationId xmlns:a16="http://schemas.microsoft.com/office/drawing/2014/main" id="{31F60514-5705-877A-95DC-D702C7633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2131" y="2941848"/>
            <a:ext cx="4106523" cy="230991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itHub Logo, symbol, meaning, history, PNG, brand">
            <a:extLst>
              <a:ext uri="{FF2B5EF4-FFF2-40B4-BE49-F238E27FC236}">
                <a16:creationId xmlns:a16="http://schemas.microsoft.com/office/drawing/2014/main" id="{AAEEFFB5-EC3E-6893-E83E-A336960161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2700" y="4847201"/>
            <a:ext cx="2970638" cy="1670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9956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8539</TotalTime>
  <Words>1030</Words>
  <Application>Microsoft Office PowerPoint</Application>
  <PresentationFormat>Widescreen</PresentationFormat>
  <Paragraphs>77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Wingdings</vt:lpstr>
      <vt:lpstr>Office Theme</vt:lpstr>
      <vt:lpstr>IPD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Rahma Ghani</dc:creator>
  <cp:lastModifiedBy>Rahma Ghani</cp:lastModifiedBy>
  <cp:revision>2</cp:revision>
  <dcterms:created xsi:type="dcterms:W3CDTF">2026-01-17T00:13:54Z</dcterms:created>
  <dcterms:modified xsi:type="dcterms:W3CDTF">2026-02-05T10:18:04Z</dcterms:modified>
</cp:coreProperties>
</file>